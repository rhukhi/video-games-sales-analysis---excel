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
  </p:notesMasterIdLst>
  <p:handoutMasterIdLst>
    <p:handoutMasterId r:id="rId12"/>
  </p:handoutMasterIdLst>
  <p:sldIdLst>
    <p:sldId id="256" r:id="rId5"/>
    <p:sldId id="273" r:id="rId6"/>
    <p:sldId id="258" r:id="rId7"/>
    <p:sldId id="265" r:id="rId8"/>
    <p:sldId id="279" r:id="rId9"/>
    <p:sldId id="27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6D9F66E-5EB9-4882-86FB-DCBF35E3C3E4}">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45" autoAdjust="0"/>
  </p:normalViewPr>
  <p:slideViewPr>
    <p:cSldViewPr snapToGrid="0">
      <p:cViewPr varScale="1">
        <p:scale>
          <a:sx n="61" d="100"/>
          <a:sy n="61" d="100"/>
        </p:scale>
        <p:origin x="126" y="66"/>
      </p:cViewPr>
      <p:guideLst/>
    </p:cSldViewPr>
  </p:slideViewPr>
  <p:outlineViewPr>
    <p:cViewPr>
      <p:scale>
        <a:sx n="33" d="100"/>
        <a:sy n="33" d="100"/>
      </p:scale>
      <p:origin x="0" y="-7421"/>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58" d="100"/>
          <a:sy n="58" d="100"/>
        </p:scale>
        <p:origin x="2386"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commentAuthors" Target="commentAuthors.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2B61F67-4219-82BD-D357-355AA7591CB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54FE2BF-AD88-9811-C6DD-79DABAC5595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44DDA53-17BB-4810-91A8-94FE944ADC38}" type="datetimeFigureOut">
              <a:rPr lang="en-US" smtClean="0"/>
              <a:t>4/13/2026</a:t>
            </a:fld>
            <a:endParaRPr lang="en-US" dirty="0"/>
          </a:p>
        </p:txBody>
      </p:sp>
      <p:sp>
        <p:nvSpPr>
          <p:cNvPr id="4" name="Footer Placeholder 3">
            <a:extLst>
              <a:ext uri="{FF2B5EF4-FFF2-40B4-BE49-F238E27FC236}">
                <a16:creationId xmlns:a16="http://schemas.microsoft.com/office/drawing/2014/main" id="{F18F7338-476F-59A1-B752-865882DA123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B9C2ED2-F5D9-8398-9B1F-9E1D760B074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8BCF56-022D-4E84-9600-36794E4DE26E}" type="slidenum">
              <a:rPr lang="en-US" smtClean="0"/>
              <a:t>‹#›</a:t>
            </a:fld>
            <a:endParaRPr lang="en-US" dirty="0"/>
          </a:p>
        </p:txBody>
      </p:sp>
    </p:spTree>
    <p:extLst>
      <p:ext uri="{BB962C8B-B14F-4D97-AF65-F5344CB8AC3E}">
        <p14:creationId xmlns:p14="http://schemas.microsoft.com/office/powerpoint/2010/main" val="10455058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F08D30-F807-4561-A81E-6E077448AA00}" type="datetimeFigureOut">
              <a:rPr lang="en-US" smtClean="0"/>
              <a:t>4/13/2026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82C05A-7A07-4286-AA18-B883C0AF9A3B}" type="slidenum">
              <a:rPr lang="en-US" smtClean="0"/>
              <a:t>‹#›</a:t>
            </a:fld>
            <a:endParaRPr lang="en-US" dirty="0"/>
          </a:p>
        </p:txBody>
      </p:sp>
    </p:spTree>
    <p:extLst>
      <p:ext uri="{BB962C8B-B14F-4D97-AF65-F5344CB8AC3E}">
        <p14:creationId xmlns:p14="http://schemas.microsoft.com/office/powerpoint/2010/main" val="513189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1</a:t>
            </a:fld>
            <a:endParaRPr lang="en-US" dirty="0"/>
          </a:p>
        </p:txBody>
      </p:sp>
    </p:spTree>
    <p:extLst>
      <p:ext uri="{BB962C8B-B14F-4D97-AF65-F5344CB8AC3E}">
        <p14:creationId xmlns:p14="http://schemas.microsoft.com/office/powerpoint/2010/main" val="6185076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2</a:t>
            </a:fld>
            <a:endParaRPr lang="en-US" dirty="0"/>
          </a:p>
        </p:txBody>
      </p:sp>
    </p:spTree>
    <p:extLst>
      <p:ext uri="{BB962C8B-B14F-4D97-AF65-F5344CB8AC3E}">
        <p14:creationId xmlns:p14="http://schemas.microsoft.com/office/powerpoint/2010/main" val="39778511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3</a:t>
            </a:fld>
            <a:endParaRPr lang="en-US" dirty="0"/>
          </a:p>
        </p:txBody>
      </p:sp>
    </p:spTree>
    <p:extLst>
      <p:ext uri="{BB962C8B-B14F-4D97-AF65-F5344CB8AC3E}">
        <p14:creationId xmlns:p14="http://schemas.microsoft.com/office/powerpoint/2010/main" val="33905289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4</a:t>
            </a:fld>
            <a:endParaRPr lang="en-US" dirty="0"/>
          </a:p>
        </p:txBody>
      </p:sp>
    </p:spTree>
    <p:extLst>
      <p:ext uri="{BB962C8B-B14F-4D97-AF65-F5344CB8AC3E}">
        <p14:creationId xmlns:p14="http://schemas.microsoft.com/office/powerpoint/2010/main" val="37149975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C0F91-4A09-5609-BF5F-C39C41C75A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8461CF-507A-CEDA-661C-64B7F0CD5E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77EE56-7E3D-0888-BF79-7214633AC6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32D4FD-7393-9834-4B10-0282CCF0402C}"/>
              </a:ext>
            </a:extLst>
          </p:cNvPr>
          <p:cNvSpPr>
            <a:spLocks noGrp="1"/>
          </p:cNvSpPr>
          <p:nvPr>
            <p:ph type="sldNum" sz="quarter" idx="5"/>
          </p:nvPr>
        </p:nvSpPr>
        <p:spPr/>
        <p:txBody>
          <a:bodyPr/>
          <a:lstStyle/>
          <a:p>
            <a:fld id="{DD82C05A-7A07-4286-AA18-B883C0AF9A3B}" type="slidenum">
              <a:rPr lang="en-US" smtClean="0"/>
              <a:t>5</a:t>
            </a:fld>
            <a:endParaRPr lang="en-US" dirty="0"/>
          </a:p>
        </p:txBody>
      </p:sp>
    </p:spTree>
    <p:extLst>
      <p:ext uri="{BB962C8B-B14F-4D97-AF65-F5344CB8AC3E}">
        <p14:creationId xmlns:p14="http://schemas.microsoft.com/office/powerpoint/2010/main" val="31761559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6</a:t>
            </a:fld>
            <a:endParaRPr lang="en-US" dirty="0"/>
          </a:p>
        </p:txBody>
      </p:sp>
    </p:spTree>
    <p:extLst>
      <p:ext uri="{BB962C8B-B14F-4D97-AF65-F5344CB8AC3E}">
        <p14:creationId xmlns:p14="http://schemas.microsoft.com/office/powerpoint/2010/main" val="34464158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hemeOverride" Target="../theme/themeOverride1.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hemeOverride" Target="../theme/themeOverride2.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sv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sv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327CAC6E-6513-EFEF-80DD-DC09D9C4B1CD}"/>
              </a:ext>
              <a:ext uri="{C183D7F6-B498-43B3-948B-1728B52AA6E4}">
                <adec:decorative xmlns:adec="http://schemas.microsoft.com/office/drawing/2017/decorative" val="1"/>
              </a:ext>
            </a:extLst>
          </p:cNvPr>
          <p:cNvSpPr/>
          <p:nvPr userDrawn="1"/>
        </p:nvSpPr>
        <p:spPr>
          <a:xfrm>
            <a:off x="8151132" y="1"/>
            <a:ext cx="4040868" cy="2484203"/>
          </a:xfrm>
          <a:custGeom>
            <a:avLst/>
            <a:gdLst>
              <a:gd name="connsiteX0" fmla="*/ 1639501 w 4040868"/>
              <a:gd name="connsiteY0" fmla="*/ 0 h 2484203"/>
              <a:gd name="connsiteX1" fmla="*/ 1927972 w 4040868"/>
              <a:gd name="connsiteY1" fmla="*/ 0 h 2484203"/>
              <a:gd name="connsiteX2" fmla="*/ 1936047 w 4040868"/>
              <a:gd name="connsiteY2" fmla="*/ 69832 h 2484203"/>
              <a:gd name="connsiteX3" fmla="*/ 1871145 w 4040868"/>
              <a:gd name="connsiteY3" fmla="*/ 561938 h 2484203"/>
              <a:gd name="connsiteX4" fmla="*/ 1876589 w 4040868"/>
              <a:gd name="connsiteY4" fmla="*/ 1144624 h 2484203"/>
              <a:gd name="connsiteX5" fmla="*/ 2418931 w 4040868"/>
              <a:gd name="connsiteY5" fmla="*/ 931295 h 2484203"/>
              <a:gd name="connsiteX6" fmla="*/ 3278854 w 4040868"/>
              <a:gd name="connsiteY6" fmla="*/ 718297 h 2484203"/>
              <a:gd name="connsiteX7" fmla="*/ 3403625 w 4040868"/>
              <a:gd name="connsiteY7" fmla="*/ 1595367 h 2484203"/>
              <a:gd name="connsiteX8" fmla="*/ 3409135 w 4040868"/>
              <a:gd name="connsiteY8" fmla="*/ 2178165 h 2484203"/>
              <a:gd name="connsiteX9" fmla="*/ 3951362 w 4040868"/>
              <a:gd name="connsiteY9" fmla="*/ 1964825 h 2484203"/>
              <a:gd name="connsiteX10" fmla="*/ 4040868 w 4040868"/>
              <a:gd name="connsiteY10" fmla="*/ 1907085 h 2484203"/>
              <a:gd name="connsiteX11" fmla="*/ 4040868 w 4040868"/>
              <a:gd name="connsiteY11" fmla="*/ 2245468 h 2484203"/>
              <a:gd name="connsiteX12" fmla="*/ 3897247 w 4040868"/>
              <a:gd name="connsiteY12" fmla="*/ 2338115 h 2484203"/>
              <a:gd name="connsiteX13" fmla="*/ 3250168 w 4040868"/>
              <a:gd name="connsiteY13" fmla="*/ 2413957 h 2484203"/>
              <a:gd name="connsiteX14" fmla="*/ 3125358 w 4040868"/>
              <a:gd name="connsiteY14" fmla="*/ 1536797 h 2484203"/>
              <a:gd name="connsiteX15" fmla="*/ 3119853 w 4040868"/>
              <a:gd name="connsiteY15" fmla="*/ 954065 h 2484203"/>
              <a:gd name="connsiteX16" fmla="*/ 2577517 w 4040868"/>
              <a:gd name="connsiteY16" fmla="*/ 1167400 h 2484203"/>
              <a:gd name="connsiteX17" fmla="*/ 1717591 w 4040868"/>
              <a:gd name="connsiteY17" fmla="*/ 1380395 h 2484203"/>
              <a:gd name="connsiteX18" fmla="*/ 1592853 w 4040868"/>
              <a:gd name="connsiteY18" fmla="*/ 503348 h 2484203"/>
              <a:gd name="connsiteX19" fmla="*/ 1642974 w 4040868"/>
              <a:gd name="connsiteY19" fmla="*/ 8510 h 2484203"/>
              <a:gd name="connsiteX20" fmla="*/ 0 w 4040868"/>
              <a:gd name="connsiteY20" fmla="*/ 0 h 2484203"/>
              <a:gd name="connsiteX21" fmla="*/ 285293 w 4040868"/>
              <a:gd name="connsiteY21" fmla="*/ 0 h 2484203"/>
              <a:gd name="connsiteX22" fmla="*/ 288683 w 4040868"/>
              <a:gd name="connsiteY22" fmla="*/ 23305 h 2484203"/>
              <a:gd name="connsiteX23" fmla="*/ 344260 w 4040868"/>
              <a:gd name="connsiteY23" fmla="*/ 111230 h 2484203"/>
              <a:gd name="connsiteX24" fmla="*/ 728339 w 4040868"/>
              <a:gd name="connsiteY24" fmla="*/ 1794 h 2484203"/>
              <a:gd name="connsiteX25" fmla="*/ 731070 w 4040868"/>
              <a:gd name="connsiteY25" fmla="*/ 0 h 2484203"/>
              <a:gd name="connsiteX26" fmla="*/ 1253365 w 4040868"/>
              <a:gd name="connsiteY26" fmla="*/ 0 h 2484203"/>
              <a:gd name="connsiteX27" fmla="*/ 1203261 w 4040868"/>
              <a:gd name="connsiteY27" fmla="*/ 30014 h 2484203"/>
              <a:gd name="connsiteX28" fmla="*/ 1045098 w 4040868"/>
              <a:gd name="connsiteY28" fmla="*/ 133945 h 2484203"/>
              <a:gd name="connsiteX29" fmla="*/ 185259 w 4040868"/>
              <a:gd name="connsiteY29" fmla="*/ 346999 h 2484203"/>
              <a:gd name="connsiteX30" fmla="*/ 8682 w 4040868"/>
              <a:gd name="connsiteY30" fmla="*/ 75030 h 2484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040868" h="2484203">
                <a:moveTo>
                  <a:pt x="1639501" y="0"/>
                </a:moveTo>
                <a:lnTo>
                  <a:pt x="1927972" y="0"/>
                </a:lnTo>
                <a:lnTo>
                  <a:pt x="1936047" y="69832"/>
                </a:lnTo>
                <a:cubicBezTo>
                  <a:pt x="1941935" y="225592"/>
                  <a:pt x="1905398" y="399199"/>
                  <a:pt x="1871145" y="561938"/>
                </a:cubicBezTo>
                <a:cubicBezTo>
                  <a:pt x="1818675" y="811204"/>
                  <a:pt x="1764412" y="1068972"/>
                  <a:pt x="1876589" y="1144624"/>
                </a:cubicBezTo>
                <a:cubicBezTo>
                  <a:pt x="1988767" y="1220276"/>
                  <a:pt x="2207469" y="1073404"/>
                  <a:pt x="2418931" y="931295"/>
                </a:cubicBezTo>
                <a:cubicBezTo>
                  <a:pt x="2695019" y="745819"/>
                  <a:pt x="3007951" y="535602"/>
                  <a:pt x="3278854" y="718297"/>
                </a:cubicBezTo>
                <a:cubicBezTo>
                  <a:pt x="3549759" y="900994"/>
                  <a:pt x="3472126" y="1269896"/>
                  <a:pt x="3403625" y="1595367"/>
                </a:cubicBezTo>
                <a:cubicBezTo>
                  <a:pt x="3351132" y="1844684"/>
                  <a:pt x="3296911" y="2102481"/>
                  <a:pt x="3409135" y="2178165"/>
                </a:cubicBezTo>
                <a:cubicBezTo>
                  <a:pt x="3521360" y="2253848"/>
                  <a:pt x="3739918" y="2106880"/>
                  <a:pt x="3951362" y="1964825"/>
                </a:cubicBezTo>
                <a:lnTo>
                  <a:pt x="4040868" y="1907085"/>
                </a:lnTo>
                <a:lnTo>
                  <a:pt x="4040868" y="2245468"/>
                </a:lnTo>
                <a:lnTo>
                  <a:pt x="3897247" y="2338115"/>
                </a:lnTo>
                <a:cubicBezTo>
                  <a:pt x="3680078" y="2466935"/>
                  <a:pt x="3453297" y="2550946"/>
                  <a:pt x="3250168" y="2413957"/>
                </a:cubicBezTo>
                <a:cubicBezTo>
                  <a:pt x="2979295" y="2231282"/>
                  <a:pt x="3056854" y="1862273"/>
                  <a:pt x="3125358" y="1536797"/>
                </a:cubicBezTo>
                <a:cubicBezTo>
                  <a:pt x="3177820" y="1287528"/>
                  <a:pt x="3232077" y="1029749"/>
                  <a:pt x="3119853" y="954065"/>
                </a:cubicBezTo>
                <a:cubicBezTo>
                  <a:pt x="3007628" y="878381"/>
                  <a:pt x="2788984" y="1025298"/>
                  <a:pt x="2577517" y="1167400"/>
                </a:cubicBezTo>
                <a:cubicBezTo>
                  <a:pt x="2301431" y="1352887"/>
                  <a:pt x="1988500" y="1563095"/>
                  <a:pt x="1717591" y="1380395"/>
                </a:cubicBezTo>
                <a:cubicBezTo>
                  <a:pt x="1446683" y="1197696"/>
                  <a:pt x="1524354" y="828830"/>
                  <a:pt x="1592853" y="503348"/>
                </a:cubicBezTo>
                <a:cubicBezTo>
                  <a:pt x="1632232" y="316369"/>
                  <a:pt x="1672597" y="124625"/>
                  <a:pt x="1642974" y="8510"/>
                </a:cubicBezTo>
                <a:close/>
                <a:moveTo>
                  <a:pt x="0" y="0"/>
                </a:moveTo>
                <a:lnTo>
                  <a:pt x="285293" y="0"/>
                </a:lnTo>
                <a:lnTo>
                  <a:pt x="288683" y="23305"/>
                </a:lnTo>
                <a:cubicBezTo>
                  <a:pt x="298556" y="62009"/>
                  <a:pt x="316206" y="92310"/>
                  <a:pt x="344260" y="111230"/>
                </a:cubicBezTo>
                <a:cubicBezTo>
                  <a:pt x="428424" y="167989"/>
                  <a:pt x="572407" y="99511"/>
                  <a:pt x="728339" y="1794"/>
                </a:cubicBezTo>
                <a:lnTo>
                  <a:pt x="731070" y="0"/>
                </a:lnTo>
                <a:lnTo>
                  <a:pt x="1253365" y="0"/>
                </a:lnTo>
                <a:lnTo>
                  <a:pt x="1203261" y="30014"/>
                </a:lnTo>
                <a:cubicBezTo>
                  <a:pt x="1151276" y="62590"/>
                  <a:pt x="1097964" y="98419"/>
                  <a:pt x="1045098" y="133945"/>
                </a:cubicBezTo>
                <a:cubicBezTo>
                  <a:pt x="769005" y="319427"/>
                  <a:pt x="456124" y="529669"/>
                  <a:pt x="185259" y="346999"/>
                </a:cubicBezTo>
                <a:cubicBezTo>
                  <a:pt x="83685" y="278498"/>
                  <a:pt x="31110" y="183804"/>
                  <a:pt x="8682" y="75030"/>
                </a:cubicBezTo>
                <a:close/>
              </a:path>
            </a:pathLst>
          </a:custGeom>
          <a:solidFill>
            <a:schemeClr val="accent2">
              <a:lumMod val="20000"/>
              <a:lumOff val="80000"/>
              <a:alpha val="50000"/>
            </a:schemeClr>
          </a:solidFill>
          <a:ln w="15939"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4" name="Graphic 13">
            <a:extLst>
              <a:ext uri="{FF2B5EF4-FFF2-40B4-BE49-F238E27FC236}">
                <a16:creationId xmlns:a16="http://schemas.microsoft.com/office/drawing/2014/main" id="{39D0D1EA-36A7-6453-1FD4-3D8EDB9E322A}"/>
              </a:ext>
              <a:ext uri="{C183D7F6-B498-43B3-948B-1728B52AA6E4}">
                <adec:decorative xmlns:adec="http://schemas.microsoft.com/office/drawing/2017/decorative" val="1"/>
              </a:ext>
            </a:extLst>
          </p:cNvPr>
          <p:cNvPicPr>
            <a:picLocks noChangeAspect="1"/>
          </p:cNvPicPr>
          <p:nvPr userDrawn="1"/>
        </p:nvPicPr>
        <p:blipFill rotWithShape="1">
          <a:blip cstate="hqprint">
            <a:extLst>
              <a:ext uri="{28A0092B-C50C-407E-A947-70E740481C1C}">
                <a14:useLocalDpi xmlns:a14="http://schemas.microsoft.com/office/drawing/2010/main"/>
              </a:ext>
              <a:ext uri="{96DAC541-7B7A-43D3-8B79-37D633B846F1}">
                <asvg:svgBlip xmlns:asvg="http://schemas.microsoft.com/office/drawing/2016/SVG/main" r:embed="rId2"/>
              </a:ext>
            </a:extLst>
          </a:blip>
          <a:srcRect l="40898"/>
          <a:stretch/>
        </p:blipFill>
        <p:spPr>
          <a:xfrm>
            <a:off x="0" y="2536372"/>
            <a:ext cx="2197076" cy="3717471"/>
          </a:xfrm>
          <a:prstGeom prst="rect">
            <a:avLst/>
          </a:prstGeom>
        </p:spPr>
      </p:pic>
      <p:grpSp>
        <p:nvGrpSpPr>
          <p:cNvPr id="11" name="Group 10">
            <a:extLst>
              <a:ext uri="{FF2B5EF4-FFF2-40B4-BE49-F238E27FC236}">
                <a16:creationId xmlns:a16="http://schemas.microsoft.com/office/drawing/2014/main" id="{956C6AF7-C52F-0661-9756-4ACF5F53D270}"/>
              </a:ext>
              <a:ext uri="{C183D7F6-B498-43B3-948B-1728B52AA6E4}">
                <adec:decorative xmlns:adec="http://schemas.microsoft.com/office/drawing/2017/decorative" val="1"/>
              </a:ext>
            </a:extLst>
          </p:cNvPr>
          <p:cNvGrpSpPr/>
          <p:nvPr userDrawn="1"/>
        </p:nvGrpSpPr>
        <p:grpSpPr>
          <a:xfrm>
            <a:off x="1698171" y="691024"/>
            <a:ext cx="8795658" cy="5475954"/>
            <a:chOff x="1698171" y="691024"/>
            <a:chExt cx="8795658" cy="5475954"/>
          </a:xfrm>
        </p:grpSpPr>
        <p:grpSp>
          <p:nvGrpSpPr>
            <p:cNvPr id="6" name="Group 5">
              <a:extLst>
                <a:ext uri="{FF2B5EF4-FFF2-40B4-BE49-F238E27FC236}">
                  <a16:creationId xmlns:a16="http://schemas.microsoft.com/office/drawing/2014/main" id="{28E9A7E9-8102-96E8-3AFE-500CB362A1DC}"/>
                </a:ext>
              </a:extLst>
            </p:cNvPr>
            <p:cNvGrpSpPr/>
            <p:nvPr userDrawn="1"/>
          </p:nvGrpSpPr>
          <p:grpSpPr>
            <a:xfrm>
              <a:off x="1698171" y="691024"/>
              <a:ext cx="8795658" cy="5475954"/>
              <a:chOff x="1466850" y="380320"/>
              <a:chExt cx="9258300" cy="5763985"/>
            </a:xfrm>
          </p:grpSpPr>
          <p:sp>
            <p:nvSpPr>
              <p:cNvPr id="4" name="Rectangle 3">
                <a:extLst>
                  <a:ext uri="{FF2B5EF4-FFF2-40B4-BE49-F238E27FC236}">
                    <a16:creationId xmlns:a16="http://schemas.microsoft.com/office/drawing/2014/main" id="{053ECDAF-8D46-3B38-8636-403A9D6E1AE5}"/>
                  </a:ext>
                </a:extLst>
              </p:cNvPr>
              <p:cNvSpPr/>
              <p:nvPr userDrawn="1"/>
            </p:nvSpPr>
            <p:spPr>
              <a:xfrm>
                <a:off x="1466850" y="875620"/>
                <a:ext cx="9258300" cy="526868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CF9042C5-541D-EACD-1550-73F521EE58CE}"/>
                  </a:ext>
                </a:extLst>
              </p:cNvPr>
              <p:cNvSpPr/>
              <p:nvPr userDrawn="1"/>
            </p:nvSpPr>
            <p:spPr>
              <a:xfrm>
                <a:off x="1466850" y="380320"/>
                <a:ext cx="9258300"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 name="Group 9">
              <a:extLst>
                <a:ext uri="{FF2B5EF4-FFF2-40B4-BE49-F238E27FC236}">
                  <a16:creationId xmlns:a16="http://schemas.microsoft.com/office/drawing/2014/main" id="{C316982B-45E5-11C7-13E9-FFB7118F3739}"/>
                </a:ext>
              </a:extLst>
            </p:cNvPr>
            <p:cNvGrpSpPr/>
            <p:nvPr userDrawn="1"/>
          </p:nvGrpSpPr>
          <p:grpSpPr>
            <a:xfrm>
              <a:off x="1839686" y="815293"/>
              <a:ext cx="810985" cy="212272"/>
              <a:chOff x="1883229" y="800099"/>
              <a:chExt cx="810985" cy="212272"/>
            </a:xfrm>
          </p:grpSpPr>
          <p:sp>
            <p:nvSpPr>
              <p:cNvPr id="7" name="Oval 6">
                <a:extLst>
                  <a:ext uri="{FF2B5EF4-FFF2-40B4-BE49-F238E27FC236}">
                    <a16:creationId xmlns:a16="http://schemas.microsoft.com/office/drawing/2014/main" id="{BAEAE856-A4AE-737F-5F25-C2D45CCF9350}"/>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1869E9B6-7A5C-6135-A347-B48DCD6D4E3A}"/>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04D07301-3180-6D7F-A1D1-2011E615007D}"/>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839686" y="1209643"/>
            <a:ext cx="8508273" cy="4968000"/>
          </a:xfrm>
        </p:spPr>
        <p:txBody>
          <a:bodyPr anchor="ctr">
            <a:noAutofit/>
          </a:bodyPr>
          <a:lstStyle>
            <a:lvl1pPr algn="ctr">
              <a:defRPr sz="7200"/>
            </a:lvl1pPr>
          </a:lstStyle>
          <a:p>
            <a:r>
              <a:rPr lang="en-US" dirty="0"/>
              <a:t>Click to add title</a:t>
            </a:r>
          </a:p>
        </p:txBody>
      </p:sp>
    </p:spTree>
    <p:extLst>
      <p:ext uri="{BB962C8B-B14F-4D97-AF65-F5344CB8AC3E}">
        <p14:creationId xmlns:p14="http://schemas.microsoft.com/office/powerpoint/2010/main" val="27349925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pic>
        <p:nvPicPr>
          <p:cNvPr id="46" name="Graphic 45">
            <a:extLst>
              <a:ext uri="{FF2B5EF4-FFF2-40B4-BE49-F238E27FC236}">
                <a16:creationId xmlns:a16="http://schemas.microsoft.com/office/drawing/2014/main" id="{FFDE191C-52DF-6A6D-EC88-18A052FFB290}"/>
              </a:ext>
              <a:ext uri="{C183D7F6-B498-43B3-948B-1728B52AA6E4}">
                <adec:decorative xmlns:adec="http://schemas.microsoft.com/office/drawing/2017/decorative" val="1"/>
              </a:ext>
            </a:extLst>
          </p:cNvPr>
          <p:cNvPicPr>
            <a:picLocks noChangeAspect="1"/>
          </p:cNvPicPr>
          <p:nvPr userDrawn="1"/>
        </p:nvPicPr>
        <p:blipFill rotWithShape="1">
          <a:blip cstate="hqprint">
            <a:extLst>
              <a:ext uri="{28A0092B-C50C-407E-A947-70E740481C1C}">
                <a14:useLocalDpi xmlns:a14="http://schemas.microsoft.com/office/drawing/2010/main"/>
              </a:ext>
              <a:ext uri="{96DAC541-7B7A-43D3-8B79-37D633B846F1}">
                <asvg:svgBlip xmlns:asvg="http://schemas.microsoft.com/office/drawing/2016/SVG/main" r:embed="rId2"/>
              </a:ext>
            </a:extLst>
          </a:blip>
          <a:srcRect b="37716"/>
          <a:stretch/>
        </p:blipFill>
        <p:spPr>
          <a:xfrm rot="16200000">
            <a:off x="9722190" y="160175"/>
            <a:ext cx="2394401" cy="2545223"/>
          </a:xfrm>
          <a:prstGeom prst="rect">
            <a:avLst/>
          </a:prstGeom>
        </p:spPr>
      </p:pic>
      <p:pic>
        <p:nvPicPr>
          <p:cNvPr id="31" name="Graphic 30">
            <a:extLst>
              <a:ext uri="{FF2B5EF4-FFF2-40B4-BE49-F238E27FC236}">
                <a16:creationId xmlns:a16="http://schemas.microsoft.com/office/drawing/2014/main" id="{6D30DCAC-B495-853F-9921-FBA3901866A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rot="5400000">
            <a:off x="1140620" y="2616531"/>
            <a:ext cx="2394401" cy="4086444"/>
          </a:xfrm>
          <a:prstGeom prst="rect">
            <a:avLst/>
          </a:prstGeom>
        </p:spPr>
      </p:pic>
      <p:grpSp>
        <p:nvGrpSpPr>
          <p:cNvPr id="32" name="Group 31">
            <a:extLst>
              <a:ext uri="{FF2B5EF4-FFF2-40B4-BE49-F238E27FC236}">
                <a16:creationId xmlns:a16="http://schemas.microsoft.com/office/drawing/2014/main" id="{8CB78A71-D8F9-12A2-1D4E-A2C2E4E15530}"/>
              </a:ext>
              <a:ext uri="{C183D7F6-B498-43B3-948B-1728B52AA6E4}">
                <adec:decorative xmlns:adec="http://schemas.microsoft.com/office/drawing/2017/decorative" val="1"/>
              </a:ext>
            </a:extLst>
          </p:cNvPr>
          <p:cNvGrpSpPr/>
          <p:nvPr userDrawn="1"/>
        </p:nvGrpSpPr>
        <p:grpSpPr>
          <a:xfrm>
            <a:off x="3594100" y="380999"/>
            <a:ext cx="4972050" cy="5475954"/>
            <a:chOff x="1698171" y="691024"/>
            <a:chExt cx="4972050" cy="5475954"/>
          </a:xfrm>
        </p:grpSpPr>
        <p:grpSp>
          <p:nvGrpSpPr>
            <p:cNvPr id="33" name="Group 32">
              <a:extLst>
                <a:ext uri="{FF2B5EF4-FFF2-40B4-BE49-F238E27FC236}">
                  <a16:creationId xmlns:a16="http://schemas.microsoft.com/office/drawing/2014/main" id="{D1FCBAB4-0CBD-A738-A058-100C35A0BDF1}"/>
                </a:ext>
              </a:extLst>
            </p:cNvPr>
            <p:cNvGrpSpPr/>
            <p:nvPr userDrawn="1"/>
          </p:nvGrpSpPr>
          <p:grpSpPr>
            <a:xfrm>
              <a:off x="1698171" y="691024"/>
              <a:ext cx="4972050" cy="5475954"/>
              <a:chOff x="1466850" y="380320"/>
              <a:chExt cx="5233574" cy="5763985"/>
            </a:xfrm>
          </p:grpSpPr>
          <p:sp>
            <p:nvSpPr>
              <p:cNvPr id="38" name="Rectangle 37">
                <a:extLst>
                  <a:ext uri="{FF2B5EF4-FFF2-40B4-BE49-F238E27FC236}">
                    <a16:creationId xmlns:a16="http://schemas.microsoft.com/office/drawing/2014/main" id="{A67098CE-4555-2BEE-5226-2E2F9EE1D5BB}"/>
                  </a:ext>
                </a:extLst>
              </p:cNvPr>
              <p:cNvSpPr/>
              <p:nvPr userDrawn="1"/>
            </p:nvSpPr>
            <p:spPr>
              <a:xfrm>
                <a:off x="1466850" y="875620"/>
                <a:ext cx="5233574" cy="526868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6A0CBAEB-0BE9-F75E-CB8D-A411C52E889A}"/>
                  </a:ext>
                </a:extLst>
              </p:cNvPr>
              <p:cNvSpPr/>
              <p:nvPr userDrawn="1"/>
            </p:nvSpPr>
            <p:spPr>
              <a:xfrm>
                <a:off x="1466850" y="380320"/>
                <a:ext cx="5233574"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4" name="Group 33">
              <a:extLst>
                <a:ext uri="{FF2B5EF4-FFF2-40B4-BE49-F238E27FC236}">
                  <a16:creationId xmlns:a16="http://schemas.microsoft.com/office/drawing/2014/main" id="{0EDFCBD7-3731-A5D1-BB82-218531D6BA6E}"/>
                </a:ext>
              </a:extLst>
            </p:cNvPr>
            <p:cNvGrpSpPr/>
            <p:nvPr userDrawn="1"/>
          </p:nvGrpSpPr>
          <p:grpSpPr>
            <a:xfrm>
              <a:off x="1839686" y="815293"/>
              <a:ext cx="810985" cy="212272"/>
              <a:chOff x="1883229" y="800099"/>
              <a:chExt cx="810985" cy="212272"/>
            </a:xfrm>
          </p:grpSpPr>
          <p:sp>
            <p:nvSpPr>
              <p:cNvPr id="35" name="Oval 34">
                <a:extLst>
                  <a:ext uri="{FF2B5EF4-FFF2-40B4-BE49-F238E27FC236}">
                    <a16:creationId xmlns:a16="http://schemas.microsoft.com/office/drawing/2014/main" id="{AA6D4634-51B3-BE70-0479-199D811D75F3}"/>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a:extLst>
                  <a:ext uri="{FF2B5EF4-FFF2-40B4-BE49-F238E27FC236}">
                    <a16:creationId xmlns:a16="http://schemas.microsoft.com/office/drawing/2014/main" id="{B2B1D16B-1A18-4890-4596-F24DD1C0BA94}"/>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E98E60AF-0ABD-505A-4D5D-18B025CCA331}"/>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40" name="Title 1">
            <a:extLst>
              <a:ext uri="{FF2B5EF4-FFF2-40B4-BE49-F238E27FC236}">
                <a16:creationId xmlns:a16="http://schemas.microsoft.com/office/drawing/2014/main" id="{A048DF11-5712-A1DF-9E33-2C705AF54B80}"/>
              </a:ext>
            </a:extLst>
          </p:cNvPr>
          <p:cNvSpPr>
            <a:spLocks noGrp="1"/>
          </p:cNvSpPr>
          <p:nvPr>
            <p:ph type="title" hasCustomPrompt="1"/>
          </p:nvPr>
        </p:nvSpPr>
        <p:spPr>
          <a:xfrm>
            <a:off x="3957068" y="851547"/>
            <a:ext cx="4275364" cy="1979634"/>
          </a:xfrm>
        </p:spPr>
        <p:txBody>
          <a:bodyPr anchor="ctr"/>
          <a:lstStyle>
            <a:lvl1pPr>
              <a:defRPr sz="3200"/>
            </a:lvl1pPr>
          </a:lstStyle>
          <a:p>
            <a:r>
              <a:rPr lang="en-US" dirty="0"/>
              <a:t>Click to add title</a:t>
            </a:r>
          </a:p>
        </p:txBody>
      </p:sp>
      <p:sp>
        <p:nvSpPr>
          <p:cNvPr id="41" name="Content Placeholder 2">
            <a:extLst>
              <a:ext uri="{FF2B5EF4-FFF2-40B4-BE49-F238E27FC236}">
                <a16:creationId xmlns:a16="http://schemas.microsoft.com/office/drawing/2014/main" id="{5FC08F1C-3206-A42D-3BCD-F04FBA78394F}"/>
              </a:ext>
            </a:extLst>
          </p:cNvPr>
          <p:cNvSpPr>
            <a:spLocks noGrp="1"/>
          </p:cNvSpPr>
          <p:nvPr>
            <p:ph idx="1" hasCustomPrompt="1"/>
          </p:nvPr>
        </p:nvSpPr>
        <p:spPr>
          <a:xfrm>
            <a:off x="3947886" y="2831182"/>
            <a:ext cx="4275364" cy="2660213"/>
          </a:xfrm>
        </p:spPr>
        <p:txBody>
          <a:bodyPr tIns="0" bIns="0"/>
          <a:lstStyle>
            <a:lvl1pPr>
              <a:lnSpc>
                <a:spcPct val="150000"/>
              </a:lnSpc>
              <a:defRPr sz="1800"/>
            </a:lvl1pPr>
            <a:lvl2pPr>
              <a:lnSpc>
                <a:spcPct val="150000"/>
              </a:lnSpc>
              <a:defRPr sz="1800"/>
            </a:lvl2pPr>
            <a:lvl3pPr>
              <a:lnSpc>
                <a:spcPct val="150000"/>
              </a:lnSpc>
              <a:defRPr sz="1600"/>
            </a:lvl3pPr>
            <a:lvl4pPr>
              <a:lnSpc>
                <a:spcPct val="150000"/>
              </a:lnSpc>
              <a:defRPr sz="1400"/>
            </a:lvl4pPr>
            <a:lvl5pPr>
              <a:lnSpc>
                <a:spcPct val="150000"/>
              </a:lnSpc>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2" name="Rectangle 41">
            <a:extLst>
              <a:ext uri="{FF2B5EF4-FFF2-40B4-BE49-F238E27FC236}">
                <a16:creationId xmlns:a16="http://schemas.microsoft.com/office/drawing/2014/main" id="{19671B5C-5A86-C6A6-2913-1F73F100E32C}"/>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3" name="Straight Connector 42">
            <a:extLst>
              <a:ext uri="{FF2B5EF4-FFF2-40B4-BE49-F238E27FC236}">
                <a16:creationId xmlns:a16="http://schemas.microsoft.com/office/drawing/2014/main" id="{542D9D8C-0E11-E268-D458-EC3BC4FD2425}"/>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Date Placeholder 3">
            <a:extLst>
              <a:ext uri="{FF2B5EF4-FFF2-40B4-BE49-F238E27FC236}">
                <a16:creationId xmlns:a16="http://schemas.microsoft.com/office/drawing/2014/main" id="{8E4CD02A-FF2F-864A-138B-368FE9BFDEE2}"/>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4/13/2026</a:t>
            </a:fld>
            <a:endParaRPr lang="en-US" dirty="0"/>
          </a:p>
        </p:txBody>
      </p:sp>
      <p:pic>
        <p:nvPicPr>
          <p:cNvPr id="47" name="Graphic 46">
            <a:extLst>
              <a:ext uri="{FF2B5EF4-FFF2-40B4-BE49-F238E27FC236}">
                <a16:creationId xmlns:a16="http://schemas.microsoft.com/office/drawing/2014/main" id="{5B0F505A-EE51-9D7A-42EA-2CD2CD432E72}"/>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542011" y="6405154"/>
            <a:ext cx="274320" cy="274320"/>
          </a:xfrm>
          <a:prstGeom prst="rect">
            <a:avLst/>
          </a:prstGeom>
        </p:spPr>
      </p:pic>
      <p:pic>
        <p:nvPicPr>
          <p:cNvPr id="48" name="Graphic 47">
            <a:extLst>
              <a:ext uri="{FF2B5EF4-FFF2-40B4-BE49-F238E27FC236}">
                <a16:creationId xmlns:a16="http://schemas.microsoft.com/office/drawing/2014/main" id="{B4905353-8D75-B3E2-2489-1D6907755CF2}"/>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9168948" y="6405154"/>
            <a:ext cx="274320" cy="274320"/>
          </a:xfrm>
          <a:prstGeom prst="rect">
            <a:avLst/>
          </a:prstGeom>
        </p:spPr>
      </p:pic>
      <p:pic>
        <p:nvPicPr>
          <p:cNvPr id="49" name="Graphic 48">
            <a:extLst>
              <a:ext uri="{FF2B5EF4-FFF2-40B4-BE49-F238E27FC236}">
                <a16:creationId xmlns:a16="http://schemas.microsoft.com/office/drawing/2014/main" id="{4DBFD95C-0912-3222-EECA-8F84031BCDF4}"/>
              </a:ext>
              <a:ext uri="{C183D7F6-B498-43B3-948B-1728B52AA6E4}">
                <adec:decorative xmlns:adec="http://schemas.microsoft.com/office/drawing/2017/decorative" val="1"/>
              </a:ext>
            </a:extLst>
          </p:cNvPr>
          <p:cNvPicPr>
            <a:picLocks noChangeAspect="1"/>
          </p:cNvPicPr>
          <p:nvPr userDrawn="1"/>
        </p:nvPicPr>
        <p:blipFill rotWithShape="1">
          <a:blip cstate="hqprint">
            <a:extLst>
              <a:ext uri="{28A0092B-C50C-407E-A947-70E740481C1C}">
                <a14:useLocalDpi xmlns:a14="http://schemas.microsoft.com/office/drawing/2010/main"/>
              </a:ext>
              <a:ext uri="{96DAC541-7B7A-43D3-8B79-37D633B846F1}">
                <asvg:svgBlip xmlns:asvg="http://schemas.microsoft.com/office/drawing/2016/SVG/main" r:embed="rId5"/>
              </a:ext>
            </a:extLst>
          </a:blip>
          <a:srcRect l="13558" t="13558" r="13558" b="13558"/>
          <a:stretch/>
        </p:blipFill>
        <p:spPr>
          <a:xfrm>
            <a:off x="8795884" y="6405154"/>
            <a:ext cx="274320" cy="274320"/>
          </a:xfrm>
          <a:prstGeom prst="rect">
            <a:avLst/>
          </a:prstGeom>
        </p:spPr>
      </p:pic>
      <p:sp>
        <p:nvSpPr>
          <p:cNvPr id="50" name="Slide Number Placeholder 5">
            <a:extLst>
              <a:ext uri="{FF2B5EF4-FFF2-40B4-BE49-F238E27FC236}">
                <a16:creationId xmlns:a16="http://schemas.microsoft.com/office/drawing/2014/main" id="{7F30B651-FA38-151D-A122-6186F222CA8C}"/>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51" name="Rectangle 50">
            <a:extLst>
              <a:ext uri="{FF2B5EF4-FFF2-40B4-BE49-F238E27FC236}">
                <a16:creationId xmlns:a16="http://schemas.microsoft.com/office/drawing/2014/main" id="{B343855C-EC70-E12C-3368-415B1AC40C1B}"/>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33529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B9D92F9-7505-2024-1DF6-10DB1241A72C}"/>
              </a:ext>
              <a:ext uri="{C183D7F6-B498-43B3-948B-1728B52AA6E4}">
                <adec:decorative xmlns:adec="http://schemas.microsoft.com/office/drawing/2017/decorative" val="1"/>
              </a:ext>
            </a:extLst>
          </p:cNvPr>
          <p:cNvPicPr>
            <a:picLocks noChangeAspect="1"/>
          </p:cNvPicPr>
          <p:nvPr userDrawn="1"/>
        </p:nvPicPr>
        <p:blipFill rotWithShape="1">
          <a:blip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l="40898"/>
          <a:stretch/>
        </p:blipFill>
        <p:spPr>
          <a:xfrm>
            <a:off x="0" y="1448221"/>
            <a:ext cx="2197076" cy="3717471"/>
          </a:xfrm>
          <a:prstGeom prst="rect">
            <a:avLst/>
          </a:prstGeom>
        </p:spPr>
      </p:pic>
      <p:sp>
        <p:nvSpPr>
          <p:cNvPr id="21" name="Rectangle 20">
            <a:extLst>
              <a:ext uri="{FF2B5EF4-FFF2-40B4-BE49-F238E27FC236}">
                <a16:creationId xmlns:a16="http://schemas.microsoft.com/office/drawing/2014/main" id="{7D296A0E-AA2F-B543-BCEA-D30C665A2BA2}"/>
              </a:ext>
              <a:ext uri="{C183D7F6-B498-43B3-948B-1728B52AA6E4}">
                <adec:decorative xmlns:adec="http://schemas.microsoft.com/office/drawing/2017/decorative" val="1"/>
              </a:ext>
            </a:extLst>
          </p:cNvPr>
          <p:cNvSpPr/>
          <p:nvPr userDrawn="1"/>
        </p:nvSpPr>
        <p:spPr>
          <a:xfrm>
            <a:off x="380999" y="851548"/>
            <a:ext cx="6687981" cy="500540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FF4E35C9-2754-CF70-29E7-27AC12CE482E}"/>
              </a:ext>
              <a:ext uri="{C183D7F6-B498-43B3-948B-1728B52AA6E4}">
                <adec:decorative xmlns:adec="http://schemas.microsoft.com/office/drawing/2017/decorative" val="1"/>
              </a:ext>
            </a:extLst>
          </p:cNvPr>
          <p:cNvSpPr/>
          <p:nvPr userDrawn="1"/>
        </p:nvSpPr>
        <p:spPr>
          <a:xfrm>
            <a:off x="380999" y="380999"/>
            <a:ext cx="6687981" cy="47055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69AAB6D3-CF07-3A44-F37A-9DEF7B82B56B}"/>
              </a:ext>
              <a:ext uri="{C183D7F6-B498-43B3-948B-1728B52AA6E4}">
                <adec:decorative xmlns:adec="http://schemas.microsoft.com/office/drawing/2017/decorative" val="1"/>
              </a:ext>
            </a:extLst>
          </p:cNvPr>
          <p:cNvGrpSpPr/>
          <p:nvPr userDrawn="1"/>
        </p:nvGrpSpPr>
        <p:grpSpPr>
          <a:xfrm>
            <a:off x="522515" y="505268"/>
            <a:ext cx="810985" cy="212272"/>
            <a:chOff x="1883229" y="800099"/>
            <a:chExt cx="810985" cy="212272"/>
          </a:xfrm>
        </p:grpSpPr>
        <p:sp>
          <p:nvSpPr>
            <p:cNvPr id="18" name="Oval 17">
              <a:extLst>
                <a:ext uri="{FF2B5EF4-FFF2-40B4-BE49-F238E27FC236}">
                  <a16:creationId xmlns:a16="http://schemas.microsoft.com/office/drawing/2014/main" id="{16E4DBAB-D882-5741-A690-F28CB547E059}"/>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59414570-C554-43C4-DF59-67790E6DBEB8}"/>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D9EC5277-EFEF-467F-A8E8-3AB6A62F3A00}"/>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734784" y="1059463"/>
            <a:ext cx="6008915" cy="4431932"/>
          </a:xfrm>
        </p:spPr>
        <p:txBody>
          <a:bodyPr/>
          <a:lstStyle>
            <a:lvl1pPr algn="ctr">
              <a:defRPr sz="6000"/>
            </a:lvl1pPr>
          </a:lstStyle>
          <a:p>
            <a:r>
              <a:rPr lang="en-US" dirty="0"/>
              <a:t>Click to add title</a:t>
            </a:r>
          </a:p>
        </p:txBody>
      </p:sp>
      <p:sp>
        <p:nvSpPr>
          <p:cNvPr id="31" name="Freeform: Shape 30">
            <a:extLst>
              <a:ext uri="{FF2B5EF4-FFF2-40B4-BE49-F238E27FC236}">
                <a16:creationId xmlns:a16="http://schemas.microsoft.com/office/drawing/2014/main" id="{A037F58E-633A-20EC-118A-2A3039E204FC}"/>
              </a:ext>
              <a:ext uri="{C183D7F6-B498-43B3-948B-1728B52AA6E4}">
                <adec:decorative xmlns:adec="http://schemas.microsoft.com/office/drawing/2017/decorative" val="1"/>
              </a:ext>
            </a:extLst>
          </p:cNvPr>
          <p:cNvSpPr/>
          <p:nvPr userDrawn="1"/>
        </p:nvSpPr>
        <p:spPr>
          <a:xfrm>
            <a:off x="8151132" y="1"/>
            <a:ext cx="4040868" cy="2484203"/>
          </a:xfrm>
          <a:custGeom>
            <a:avLst/>
            <a:gdLst>
              <a:gd name="connsiteX0" fmla="*/ 1639501 w 4040868"/>
              <a:gd name="connsiteY0" fmla="*/ 0 h 2484203"/>
              <a:gd name="connsiteX1" fmla="*/ 1927972 w 4040868"/>
              <a:gd name="connsiteY1" fmla="*/ 0 h 2484203"/>
              <a:gd name="connsiteX2" fmla="*/ 1936047 w 4040868"/>
              <a:gd name="connsiteY2" fmla="*/ 69832 h 2484203"/>
              <a:gd name="connsiteX3" fmla="*/ 1871145 w 4040868"/>
              <a:gd name="connsiteY3" fmla="*/ 561938 h 2484203"/>
              <a:gd name="connsiteX4" fmla="*/ 1876589 w 4040868"/>
              <a:gd name="connsiteY4" fmla="*/ 1144624 h 2484203"/>
              <a:gd name="connsiteX5" fmla="*/ 2418931 w 4040868"/>
              <a:gd name="connsiteY5" fmla="*/ 931295 h 2484203"/>
              <a:gd name="connsiteX6" fmla="*/ 3278854 w 4040868"/>
              <a:gd name="connsiteY6" fmla="*/ 718297 h 2484203"/>
              <a:gd name="connsiteX7" fmla="*/ 3403625 w 4040868"/>
              <a:gd name="connsiteY7" fmla="*/ 1595367 h 2484203"/>
              <a:gd name="connsiteX8" fmla="*/ 3409135 w 4040868"/>
              <a:gd name="connsiteY8" fmla="*/ 2178165 h 2484203"/>
              <a:gd name="connsiteX9" fmla="*/ 3951362 w 4040868"/>
              <a:gd name="connsiteY9" fmla="*/ 1964825 h 2484203"/>
              <a:gd name="connsiteX10" fmla="*/ 4040868 w 4040868"/>
              <a:gd name="connsiteY10" fmla="*/ 1907085 h 2484203"/>
              <a:gd name="connsiteX11" fmla="*/ 4040868 w 4040868"/>
              <a:gd name="connsiteY11" fmla="*/ 2245468 h 2484203"/>
              <a:gd name="connsiteX12" fmla="*/ 3897247 w 4040868"/>
              <a:gd name="connsiteY12" fmla="*/ 2338115 h 2484203"/>
              <a:gd name="connsiteX13" fmla="*/ 3250168 w 4040868"/>
              <a:gd name="connsiteY13" fmla="*/ 2413957 h 2484203"/>
              <a:gd name="connsiteX14" fmla="*/ 3125358 w 4040868"/>
              <a:gd name="connsiteY14" fmla="*/ 1536797 h 2484203"/>
              <a:gd name="connsiteX15" fmla="*/ 3119853 w 4040868"/>
              <a:gd name="connsiteY15" fmla="*/ 954065 h 2484203"/>
              <a:gd name="connsiteX16" fmla="*/ 2577517 w 4040868"/>
              <a:gd name="connsiteY16" fmla="*/ 1167400 h 2484203"/>
              <a:gd name="connsiteX17" fmla="*/ 1717591 w 4040868"/>
              <a:gd name="connsiteY17" fmla="*/ 1380395 h 2484203"/>
              <a:gd name="connsiteX18" fmla="*/ 1592853 w 4040868"/>
              <a:gd name="connsiteY18" fmla="*/ 503348 h 2484203"/>
              <a:gd name="connsiteX19" fmla="*/ 1642974 w 4040868"/>
              <a:gd name="connsiteY19" fmla="*/ 8510 h 2484203"/>
              <a:gd name="connsiteX20" fmla="*/ 0 w 4040868"/>
              <a:gd name="connsiteY20" fmla="*/ 0 h 2484203"/>
              <a:gd name="connsiteX21" fmla="*/ 285293 w 4040868"/>
              <a:gd name="connsiteY21" fmla="*/ 0 h 2484203"/>
              <a:gd name="connsiteX22" fmla="*/ 288683 w 4040868"/>
              <a:gd name="connsiteY22" fmla="*/ 23305 h 2484203"/>
              <a:gd name="connsiteX23" fmla="*/ 344260 w 4040868"/>
              <a:gd name="connsiteY23" fmla="*/ 111230 h 2484203"/>
              <a:gd name="connsiteX24" fmla="*/ 728339 w 4040868"/>
              <a:gd name="connsiteY24" fmla="*/ 1794 h 2484203"/>
              <a:gd name="connsiteX25" fmla="*/ 731070 w 4040868"/>
              <a:gd name="connsiteY25" fmla="*/ 0 h 2484203"/>
              <a:gd name="connsiteX26" fmla="*/ 1253365 w 4040868"/>
              <a:gd name="connsiteY26" fmla="*/ 0 h 2484203"/>
              <a:gd name="connsiteX27" fmla="*/ 1203261 w 4040868"/>
              <a:gd name="connsiteY27" fmla="*/ 30014 h 2484203"/>
              <a:gd name="connsiteX28" fmla="*/ 1045098 w 4040868"/>
              <a:gd name="connsiteY28" fmla="*/ 133945 h 2484203"/>
              <a:gd name="connsiteX29" fmla="*/ 185259 w 4040868"/>
              <a:gd name="connsiteY29" fmla="*/ 346999 h 2484203"/>
              <a:gd name="connsiteX30" fmla="*/ 8682 w 4040868"/>
              <a:gd name="connsiteY30" fmla="*/ 75030 h 2484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040868" h="2484203">
                <a:moveTo>
                  <a:pt x="1639501" y="0"/>
                </a:moveTo>
                <a:lnTo>
                  <a:pt x="1927972" y="0"/>
                </a:lnTo>
                <a:lnTo>
                  <a:pt x="1936047" y="69832"/>
                </a:lnTo>
                <a:cubicBezTo>
                  <a:pt x="1941935" y="225592"/>
                  <a:pt x="1905398" y="399199"/>
                  <a:pt x="1871145" y="561938"/>
                </a:cubicBezTo>
                <a:cubicBezTo>
                  <a:pt x="1818675" y="811204"/>
                  <a:pt x="1764412" y="1068972"/>
                  <a:pt x="1876589" y="1144624"/>
                </a:cubicBezTo>
                <a:cubicBezTo>
                  <a:pt x="1988767" y="1220276"/>
                  <a:pt x="2207469" y="1073404"/>
                  <a:pt x="2418931" y="931295"/>
                </a:cubicBezTo>
                <a:cubicBezTo>
                  <a:pt x="2695019" y="745819"/>
                  <a:pt x="3007951" y="535602"/>
                  <a:pt x="3278854" y="718297"/>
                </a:cubicBezTo>
                <a:cubicBezTo>
                  <a:pt x="3549759" y="900994"/>
                  <a:pt x="3472126" y="1269896"/>
                  <a:pt x="3403625" y="1595367"/>
                </a:cubicBezTo>
                <a:cubicBezTo>
                  <a:pt x="3351132" y="1844684"/>
                  <a:pt x="3296911" y="2102481"/>
                  <a:pt x="3409135" y="2178165"/>
                </a:cubicBezTo>
                <a:cubicBezTo>
                  <a:pt x="3521360" y="2253848"/>
                  <a:pt x="3739918" y="2106880"/>
                  <a:pt x="3951362" y="1964825"/>
                </a:cubicBezTo>
                <a:lnTo>
                  <a:pt x="4040868" y="1907085"/>
                </a:lnTo>
                <a:lnTo>
                  <a:pt x="4040868" y="2245468"/>
                </a:lnTo>
                <a:lnTo>
                  <a:pt x="3897247" y="2338115"/>
                </a:lnTo>
                <a:cubicBezTo>
                  <a:pt x="3680078" y="2466935"/>
                  <a:pt x="3453297" y="2550946"/>
                  <a:pt x="3250168" y="2413957"/>
                </a:cubicBezTo>
                <a:cubicBezTo>
                  <a:pt x="2979295" y="2231282"/>
                  <a:pt x="3056854" y="1862273"/>
                  <a:pt x="3125358" y="1536797"/>
                </a:cubicBezTo>
                <a:cubicBezTo>
                  <a:pt x="3177820" y="1287528"/>
                  <a:pt x="3232077" y="1029749"/>
                  <a:pt x="3119853" y="954065"/>
                </a:cubicBezTo>
                <a:cubicBezTo>
                  <a:pt x="3007628" y="878381"/>
                  <a:pt x="2788984" y="1025298"/>
                  <a:pt x="2577517" y="1167400"/>
                </a:cubicBezTo>
                <a:cubicBezTo>
                  <a:pt x="2301431" y="1352887"/>
                  <a:pt x="1988500" y="1563095"/>
                  <a:pt x="1717591" y="1380395"/>
                </a:cubicBezTo>
                <a:cubicBezTo>
                  <a:pt x="1446683" y="1197696"/>
                  <a:pt x="1524354" y="828830"/>
                  <a:pt x="1592853" y="503348"/>
                </a:cubicBezTo>
                <a:cubicBezTo>
                  <a:pt x="1632232" y="316369"/>
                  <a:pt x="1672597" y="124625"/>
                  <a:pt x="1642974" y="8510"/>
                </a:cubicBezTo>
                <a:close/>
                <a:moveTo>
                  <a:pt x="0" y="0"/>
                </a:moveTo>
                <a:lnTo>
                  <a:pt x="285293" y="0"/>
                </a:lnTo>
                <a:lnTo>
                  <a:pt x="288683" y="23305"/>
                </a:lnTo>
                <a:cubicBezTo>
                  <a:pt x="298556" y="62009"/>
                  <a:pt x="316206" y="92310"/>
                  <a:pt x="344260" y="111230"/>
                </a:cubicBezTo>
                <a:cubicBezTo>
                  <a:pt x="428424" y="167989"/>
                  <a:pt x="572407" y="99511"/>
                  <a:pt x="728339" y="1794"/>
                </a:cubicBezTo>
                <a:lnTo>
                  <a:pt x="731070" y="0"/>
                </a:lnTo>
                <a:lnTo>
                  <a:pt x="1253365" y="0"/>
                </a:lnTo>
                <a:lnTo>
                  <a:pt x="1203261" y="30014"/>
                </a:lnTo>
                <a:cubicBezTo>
                  <a:pt x="1151276" y="62590"/>
                  <a:pt x="1097964" y="98419"/>
                  <a:pt x="1045098" y="133945"/>
                </a:cubicBezTo>
                <a:cubicBezTo>
                  <a:pt x="769005" y="319427"/>
                  <a:pt x="456124" y="529669"/>
                  <a:pt x="185259" y="346999"/>
                </a:cubicBezTo>
                <a:cubicBezTo>
                  <a:pt x="83685" y="278498"/>
                  <a:pt x="31110" y="183804"/>
                  <a:pt x="8682" y="75030"/>
                </a:cubicBezTo>
                <a:close/>
              </a:path>
            </a:pathLst>
          </a:custGeom>
          <a:solidFill>
            <a:schemeClr val="accent2">
              <a:lumMod val="20000"/>
              <a:lumOff val="80000"/>
              <a:alpha val="50000"/>
            </a:schemeClr>
          </a:solidFill>
          <a:ln w="9400"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683E7202-D4FD-97A5-44A7-EC8436DA2BFF}"/>
              </a:ext>
              <a:ext uri="{C183D7F6-B498-43B3-948B-1728B52AA6E4}">
                <adec:decorative xmlns:adec="http://schemas.microsoft.com/office/drawing/2017/decorative" val="1"/>
              </a:ext>
            </a:extLst>
          </p:cNvPr>
          <p:cNvSpPr/>
          <p:nvPr userDrawn="1"/>
        </p:nvSpPr>
        <p:spPr>
          <a:xfrm>
            <a:off x="7453932" y="851548"/>
            <a:ext cx="4353117" cy="500540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C680E844-DC94-8DC4-9D32-BFCC7888727A}"/>
              </a:ext>
              <a:ext uri="{C183D7F6-B498-43B3-948B-1728B52AA6E4}">
                <adec:decorative xmlns:adec="http://schemas.microsoft.com/office/drawing/2017/decorative" val="1"/>
              </a:ext>
            </a:extLst>
          </p:cNvPr>
          <p:cNvSpPr/>
          <p:nvPr userDrawn="1"/>
        </p:nvSpPr>
        <p:spPr>
          <a:xfrm>
            <a:off x="7453932" y="380999"/>
            <a:ext cx="4353117" cy="47055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890C8A32-35EB-644B-4A78-F0837BB8C9A5}"/>
              </a:ext>
              <a:ext uri="{C183D7F6-B498-43B3-948B-1728B52AA6E4}">
                <adec:decorative xmlns:adec="http://schemas.microsoft.com/office/drawing/2017/decorative" val="1"/>
              </a:ext>
            </a:extLst>
          </p:cNvPr>
          <p:cNvGrpSpPr/>
          <p:nvPr userDrawn="1"/>
        </p:nvGrpSpPr>
        <p:grpSpPr>
          <a:xfrm>
            <a:off x="7595447" y="505268"/>
            <a:ext cx="810985" cy="212272"/>
            <a:chOff x="1883229" y="800099"/>
            <a:chExt cx="810985" cy="212272"/>
          </a:xfrm>
        </p:grpSpPr>
        <p:sp>
          <p:nvSpPr>
            <p:cNvPr id="29" name="Oval 28">
              <a:extLst>
                <a:ext uri="{FF2B5EF4-FFF2-40B4-BE49-F238E27FC236}">
                  <a16:creationId xmlns:a16="http://schemas.microsoft.com/office/drawing/2014/main" id="{7D61DD85-A825-A396-2A30-039913643826}"/>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AE29ECB8-2561-5C06-11F4-9DAB13E88AF9}"/>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EAE27364-A704-A922-E89E-C44E9040E1E4}"/>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6" name="Picture Placeholder 35">
            <a:extLst>
              <a:ext uri="{FF2B5EF4-FFF2-40B4-BE49-F238E27FC236}">
                <a16:creationId xmlns:a16="http://schemas.microsoft.com/office/drawing/2014/main" id="{E5704C24-F4AD-72DA-159C-32CBFB1AFD4B}"/>
              </a:ext>
            </a:extLst>
          </p:cNvPr>
          <p:cNvSpPr>
            <a:spLocks noGrp="1"/>
          </p:cNvSpPr>
          <p:nvPr>
            <p:ph type="pic" sz="quarter" idx="18"/>
          </p:nvPr>
        </p:nvSpPr>
        <p:spPr>
          <a:xfrm>
            <a:off x="7481871" y="881363"/>
            <a:ext cx="4297680" cy="4937760"/>
          </a:xfrm>
        </p:spPr>
        <p:txBody>
          <a:bodyPr/>
          <a:lstStyle>
            <a:lvl1pPr marL="0" indent="0" algn="ctr">
              <a:buNone/>
              <a:defRPr sz="2000"/>
            </a:lvl1pPr>
          </a:lstStyle>
          <a:p>
            <a:r>
              <a:rPr lang="en-US"/>
              <a:t>Click icon to add picture</a:t>
            </a:r>
            <a:endParaRPr lang="en-US" dirty="0"/>
          </a:p>
        </p:txBody>
      </p:sp>
      <p:sp>
        <p:nvSpPr>
          <p:cNvPr id="3" name="Rectangle 2">
            <a:extLst>
              <a:ext uri="{FF2B5EF4-FFF2-40B4-BE49-F238E27FC236}">
                <a16:creationId xmlns:a16="http://schemas.microsoft.com/office/drawing/2014/main" id="{2F8B87FB-2727-2ED0-7E72-76E55BE45CAA}"/>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D9C4F77E-C259-1702-5FF7-B1EF4F060EAB}"/>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Date Placeholder 3">
            <a:extLst>
              <a:ext uri="{FF2B5EF4-FFF2-40B4-BE49-F238E27FC236}">
                <a16:creationId xmlns:a16="http://schemas.microsoft.com/office/drawing/2014/main" id="{BE4EF1CA-0713-F725-CD7A-054E12143376}"/>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4/13/2026</a:t>
            </a:fld>
            <a:endParaRPr lang="en-US" dirty="0"/>
          </a:p>
        </p:txBody>
      </p:sp>
      <p:pic>
        <p:nvPicPr>
          <p:cNvPr id="8" name="Graphic 7">
            <a:extLst>
              <a:ext uri="{FF2B5EF4-FFF2-40B4-BE49-F238E27FC236}">
                <a16:creationId xmlns:a16="http://schemas.microsoft.com/office/drawing/2014/main" id="{C7C27500-80A5-ACE3-E5FE-30B63950C8C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542011" y="6405154"/>
            <a:ext cx="274320" cy="274320"/>
          </a:xfrm>
          <a:prstGeom prst="rect">
            <a:avLst/>
          </a:prstGeom>
        </p:spPr>
      </p:pic>
      <p:pic>
        <p:nvPicPr>
          <p:cNvPr id="11" name="Graphic 10">
            <a:extLst>
              <a:ext uri="{FF2B5EF4-FFF2-40B4-BE49-F238E27FC236}">
                <a16:creationId xmlns:a16="http://schemas.microsoft.com/office/drawing/2014/main" id="{06256C1F-A548-F457-2753-E96A83E5E1B3}"/>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9168948" y="6405154"/>
            <a:ext cx="274320" cy="274320"/>
          </a:xfrm>
          <a:prstGeom prst="rect">
            <a:avLst/>
          </a:prstGeom>
        </p:spPr>
      </p:pic>
      <p:pic>
        <p:nvPicPr>
          <p:cNvPr id="12" name="Graphic 11">
            <a:extLst>
              <a:ext uri="{FF2B5EF4-FFF2-40B4-BE49-F238E27FC236}">
                <a16:creationId xmlns:a16="http://schemas.microsoft.com/office/drawing/2014/main" id="{797F79C1-FB83-AC51-70F8-8E7305F7C8E1}"/>
              </a:ext>
              <a:ext uri="{C183D7F6-B498-43B3-948B-1728B52AA6E4}">
                <adec:decorative xmlns:adec="http://schemas.microsoft.com/office/drawing/2017/decorative" val="1"/>
              </a:ext>
            </a:extLst>
          </p:cNvPr>
          <p:cNvPicPr>
            <a:picLocks noChangeAspect="1"/>
          </p:cNvPicPr>
          <p:nvPr userDrawn="1"/>
        </p:nvPicPr>
        <p:blipFill rotWithShape="1">
          <a:blip cstate="hqprint">
            <a:extLst>
              <a:ext uri="{28A0092B-C50C-407E-A947-70E740481C1C}">
                <a14:useLocalDpi xmlns:a14="http://schemas.microsoft.com/office/drawing/2010/main"/>
              </a:ext>
              <a:ext uri="{96DAC541-7B7A-43D3-8B79-37D633B846F1}">
                <asvg:svgBlip xmlns:asvg="http://schemas.microsoft.com/office/drawing/2016/SVG/main" r:embed="rId6"/>
              </a:ext>
            </a:extLst>
          </a:blip>
          <a:srcRect l="13558" t="13558" r="13558" b="13558"/>
          <a:stretch/>
        </p:blipFill>
        <p:spPr>
          <a:xfrm>
            <a:off x="8795884" y="6405154"/>
            <a:ext cx="274320" cy="274320"/>
          </a:xfrm>
          <a:prstGeom prst="rect">
            <a:avLst/>
          </a:prstGeom>
        </p:spPr>
      </p:pic>
      <p:sp>
        <p:nvSpPr>
          <p:cNvPr id="15" name="Slide Number Placeholder 5">
            <a:extLst>
              <a:ext uri="{FF2B5EF4-FFF2-40B4-BE49-F238E27FC236}">
                <a16:creationId xmlns:a16="http://schemas.microsoft.com/office/drawing/2014/main" id="{BBDD93F0-5136-93CB-0125-942AA638272F}"/>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16" name="Rectangle 15">
            <a:extLst>
              <a:ext uri="{FF2B5EF4-FFF2-40B4-BE49-F238E27FC236}">
                <a16:creationId xmlns:a16="http://schemas.microsoft.com/office/drawing/2014/main" id="{1FE7A212-2920-1971-09FB-8F2CF45120D7}"/>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104480642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B9D92F9-7505-2024-1DF6-10DB1241A72C}"/>
              </a:ext>
              <a:ext uri="{C183D7F6-B498-43B3-948B-1728B52AA6E4}">
                <adec:decorative xmlns:adec="http://schemas.microsoft.com/office/drawing/2017/decorative" val="1"/>
              </a:ext>
            </a:extLst>
          </p:cNvPr>
          <p:cNvPicPr>
            <a:picLocks noChangeAspect="1"/>
          </p:cNvPicPr>
          <p:nvPr userDrawn="1"/>
        </p:nvPicPr>
        <p:blipFill rotWithShape="1">
          <a:blip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l="40898"/>
          <a:stretch/>
        </p:blipFill>
        <p:spPr>
          <a:xfrm>
            <a:off x="0" y="1448221"/>
            <a:ext cx="2197076" cy="3717471"/>
          </a:xfrm>
          <a:prstGeom prst="rect">
            <a:avLst/>
          </a:prstGeom>
        </p:spPr>
      </p:pic>
      <p:sp>
        <p:nvSpPr>
          <p:cNvPr id="21" name="Rectangle 20">
            <a:extLst>
              <a:ext uri="{FF2B5EF4-FFF2-40B4-BE49-F238E27FC236}">
                <a16:creationId xmlns:a16="http://schemas.microsoft.com/office/drawing/2014/main" id="{7D296A0E-AA2F-B543-BCEA-D30C665A2BA2}"/>
              </a:ext>
              <a:ext uri="{C183D7F6-B498-43B3-948B-1728B52AA6E4}">
                <adec:decorative xmlns:adec="http://schemas.microsoft.com/office/drawing/2017/decorative" val="1"/>
              </a:ext>
            </a:extLst>
          </p:cNvPr>
          <p:cNvSpPr/>
          <p:nvPr userDrawn="1"/>
        </p:nvSpPr>
        <p:spPr>
          <a:xfrm>
            <a:off x="380999" y="851548"/>
            <a:ext cx="6687981" cy="500540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2" name="Rectangle 21">
            <a:extLst>
              <a:ext uri="{FF2B5EF4-FFF2-40B4-BE49-F238E27FC236}">
                <a16:creationId xmlns:a16="http://schemas.microsoft.com/office/drawing/2014/main" id="{FF4E35C9-2754-CF70-29E7-27AC12CE482E}"/>
              </a:ext>
              <a:ext uri="{C183D7F6-B498-43B3-948B-1728B52AA6E4}">
                <adec:decorative xmlns:adec="http://schemas.microsoft.com/office/drawing/2017/decorative" val="1"/>
              </a:ext>
            </a:extLst>
          </p:cNvPr>
          <p:cNvSpPr/>
          <p:nvPr userDrawn="1"/>
        </p:nvSpPr>
        <p:spPr>
          <a:xfrm>
            <a:off x="380999" y="380999"/>
            <a:ext cx="6687981" cy="47055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69AAB6D3-CF07-3A44-F37A-9DEF7B82B56B}"/>
              </a:ext>
              <a:ext uri="{C183D7F6-B498-43B3-948B-1728B52AA6E4}">
                <adec:decorative xmlns:adec="http://schemas.microsoft.com/office/drawing/2017/decorative" val="1"/>
              </a:ext>
            </a:extLst>
          </p:cNvPr>
          <p:cNvGrpSpPr/>
          <p:nvPr userDrawn="1"/>
        </p:nvGrpSpPr>
        <p:grpSpPr>
          <a:xfrm>
            <a:off x="522515" y="505268"/>
            <a:ext cx="810985" cy="212272"/>
            <a:chOff x="1883229" y="800099"/>
            <a:chExt cx="810985" cy="212272"/>
          </a:xfrm>
        </p:grpSpPr>
        <p:sp>
          <p:nvSpPr>
            <p:cNvPr id="18" name="Oval 17">
              <a:extLst>
                <a:ext uri="{FF2B5EF4-FFF2-40B4-BE49-F238E27FC236}">
                  <a16:creationId xmlns:a16="http://schemas.microsoft.com/office/drawing/2014/main" id="{16E4DBAB-D882-5741-A690-F28CB547E059}"/>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59414570-C554-43C4-DF59-67790E6DBEB8}"/>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D9EC5277-EFEF-467F-A8E8-3AB6A62F3A00}"/>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5644" y="841808"/>
            <a:ext cx="6712153" cy="4012867"/>
          </a:xfrm>
        </p:spPr>
        <p:txBody>
          <a:bodyPr anchor="ctr"/>
          <a:lstStyle>
            <a:lvl1pPr algn="ctr">
              <a:defRPr sz="5400"/>
            </a:lvl1pPr>
          </a:lstStyle>
          <a:p>
            <a:r>
              <a:rPr lang="en-US" dirty="0"/>
              <a:t>Click to add title</a:t>
            </a:r>
          </a:p>
        </p:txBody>
      </p:sp>
      <p:sp>
        <p:nvSpPr>
          <p:cNvPr id="3" name="Rectangle: Rounded Corners 2">
            <a:extLst>
              <a:ext uri="{FF2B5EF4-FFF2-40B4-BE49-F238E27FC236}">
                <a16:creationId xmlns:a16="http://schemas.microsoft.com/office/drawing/2014/main" id="{A63774F2-22B6-2050-1FA9-905E2B2B5FD4}"/>
              </a:ext>
              <a:ext uri="{C183D7F6-B498-43B3-948B-1728B52AA6E4}">
                <adec:decorative xmlns:adec="http://schemas.microsoft.com/office/drawing/2017/decorative" val="1"/>
              </a:ext>
            </a:extLst>
          </p:cNvPr>
          <p:cNvSpPr/>
          <p:nvPr userDrawn="1"/>
        </p:nvSpPr>
        <p:spPr>
          <a:xfrm>
            <a:off x="720532" y="4854677"/>
            <a:ext cx="6008915" cy="652923"/>
          </a:xfrm>
          <a:prstGeom prst="roundRect">
            <a:avLst>
              <a:gd name="adj" fmla="val 50000"/>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Subtitle 2">
            <a:extLst>
              <a:ext uri="{FF2B5EF4-FFF2-40B4-BE49-F238E27FC236}">
                <a16:creationId xmlns:a16="http://schemas.microsoft.com/office/drawing/2014/main" id="{D406CD66-4AAA-6429-2E99-B4514373C2AE}"/>
              </a:ext>
            </a:extLst>
          </p:cNvPr>
          <p:cNvSpPr>
            <a:spLocks noGrp="1"/>
          </p:cNvSpPr>
          <p:nvPr>
            <p:ph type="subTitle" idx="1" hasCustomPrompt="1"/>
          </p:nvPr>
        </p:nvSpPr>
        <p:spPr>
          <a:xfrm>
            <a:off x="734784" y="4854677"/>
            <a:ext cx="6008915" cy="652923"/>
          </a:xfrm>
        </p:spPr>
        <p:txBody>
          <a:bodyPr anchor="ctr">
            <a:no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1" name="Freeform: Shape 30">
            <a:extLst>
              <a:ext uri="{FF2B5EF4-FFF2-40B4-BE49-F238E27FC236}">
                <a16:creationId xmlns:a16="http://schemas.microsoft.com/office/drawing/2014/main" id="{A037F58E-633A-20EC-118A-2A3039E204FC}"/>
              </a:ext>
              <a:ext uri="{C183D7F6-B498-43B3-948B-1728B52AA6E4}">
                <adec:decorative xmlns:adec="http://schemas.microsoft.com/office/drawing/2017/decorative" val="1"/>
              </a:ext>
            </a:extLst>
          </p:cNvPr>
          <p:cNvSpPr/>
          <p:nvPr userDrawn="1"/>
        </p:nvSpPr>
        <p:spPr>
          <a:xfrm>
            <a:off x="8151132" y="1"/>
            <a:ext cx="4040868" cy="2484203"/>
          </a:xfrm>
          <a:custGeom>
            <a:avLst/>
            <a:gdLst>
              <a:gd name="connsiteX0" fmla="*/ 1639501 w 4040868"/>
              <a:gd name="connsiteY0" fmla="*/ 0 h 2484203"/>
              <a:gd name="connsiteX1" fmla="*/ 1927972 w 4040868"/>
              <a:gd name="connsiteY1" fmla="*/ 0 h 2484203"/>
              <a:gd name="connsiteX2" fmla="*/ 1936047 w 4040868"/>
              <a:gd name="connsiteY2" fmla="*/ 69832 h 2484203"/>
              <a:gd name="connsiteX3" fmla="*/ 1871145 w 4040868"/>
              <a:gd name="connsiteY3" fmla="*/ 561938 h 2484203"/>
              <a:gd name="connsiteX4" fmla="*/ 1876589 w 4040868"/>
              <a:gd name="connsiteY4" fmla="*/ 1144624 h 2484203"/>
              <a:gd name="connsiteX5" fmla="*/ 2418931 w 4040868"/>
              <a:gd name="connsiteY5" fmla="*/ 931295 h 2484203"/>
              <a:gd name="connsiteX6" fmla="*/ 3278854 w 4040868"/>
              <a:gd name="connsiteY6" fmla="*/ 718297 h 2484203"/>
              <a:gd name="connsiteX7" fmla="*/ 3403625 w 4040868"/>
              <a:gd name="connsiteY7" fmla="*/ 1595367 h 2484203"/>
              <a:gd name="connsiteX8" fmla="*/ 3409135 w 4040868"/>
              <a:gd name="connsiteY8" fmla="*/ 2178165 h 2484203"/>
              <a:gd name="connsiteX9" fmla="*/ 3951362 w 4040868"/>
              <a:gd name="connsiteY9" fmla="*/ 1964825 h 2484203"/>
              <a:gd name="connsiteX10" fmla="*/ 4040868 w 4040868"/>
              <a:gd name="connsiteY10" fmla="*/ 1907085 h 2484203"/>
              <a:gd name="connsiteX11" fmla="*/ 4040868 w 4040868"/>
              <a:gd name="connsiteY11" fmla="*/ 2245468 h 2484203"/>
              <a:gd name="connsiteX12" fmla="*/ 3897247 w 4040868"/>
              <a:gd name="connsiteY12" fmla="*/ 2338115 h 2484203"/>
              <a:gd name="connsiteX13" fmla="*/ 3250168 w 4040868"/>
              <a:gd name="connsiteY13" fmla="*/ 2413957 h 2484203"/>
              <a:gd name="connsiteX14" fmla="*/ 3125358 w 4040868"/>
              <a:gd name="connsiteY14" fmla="*/ 1536797 h 2484203"/>
              <a:gd name="connsiteX15" fmla="*/ 3119853 w 4040868"/>
              <a:gd name="connsiteY15" fmla="*/ 954065 h 2484203"/>
              <a:gd name="connsiteX16" fmla="*/ 2577517 w 4040868"/>
              <a:gd name="connsiteY16" fmla="*/ 1167400 h 2484203"/>
              <a:gd name="connsiteX17" fmla="*/ 1717591 w 4040868"/>
              <a:gd name="connsiteY17" fmla="*/ 1380395 h 2484203"/>
              <a:gd name="connsiteX18" fmla="*/ 1592853 w 4040868"/>
              <a:gd name="connsiteY18" fmla="*/ 503348 h 2484203"/>
              <a:gd name="connsiteX19" fmla="*/ 1642974 w 4040868"/>
              <a:gd name="connsiteY19" fmla="*/ 8510 h 2484203"/>
              <a:gd name="connsiteX20" fmla="*/ 0 w 4040868"/>
              <a:gd name="connsiteY20" fmla="*/ 0 h 2484203"/>
              <a:gd name="connsiteX21" fmla="*/ 285293 w 4040868"/>
              <a:gd name="connsiteY21" fmla="*/ 0 h 2484203"/>
              <a:gd name="connsiteX22" fmla="*/ 288683 w 4040868"/>
              <a:gd name="connsiteY22" fmla="*/ 23305 h 2484203"/>
              <a:gd name="connsiteX23" fmla="*/ 344260 w 4040868"/>
              <a:gd name="connsiteY23" fmla="*/ 111230 h 2484203"/>
              <a:gd name="connsiteX24" fmla="*/ 728339 w 4040868"/>
              <a:gd name="connsiteY24" fmla="*/ 1794 h 2484203"/>
              <a:gd name="connsiteX25" fmla="*/ 731070 w 4040868"/>
              <a:gd name="connsiteY25" fmla="*/ 0 h 2484203"/>
              <a:gd name="connsiteX26" fmla="*/ 1253365 w 4040868"/>
              <a:gd name="connsiteY26" fmla="*/ 0 h 2484203"/>
              <a:gd name="connsiteX27" fmla="*/ 1203261 w 4040868"/>
              <a:gd name="connsiteY27" fmla="*/ 30014 h 2484203"/>
              <a:gd name="connsiteX28" fmla="*/ 1045098 w 4040868"/>
              <a:gd name="connsiteY28" fmla="*/ 133945 h 2484203"/>
              <a:gd name="connsiteX29" fmla="*/ 185259 w 4040868"/>
              <a:gd name="connsiteY29" fmla="*/ 346999 h 2484203"/>
              <a:gd name="connsiteX30" fmla="*/ 8682 w 4040868"/>
              <a:gd name="connsiteY30" fmla="*/ 75030 h 2484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040868" h="2484203">
                <a:moveTo>
                  <a:pt x="1639501" y="0"/>
                </a:moveTo>
                <a:lnTo>
                  <a:pt x="1927972" y="0"/>
                </a:lnTo>
                <a:lnTo>
                  <a:pt x="1936047" y="69832"/>
                </a:lnTo>
                <a:cubicBezTo>
                  <a:pt x="1941935" y="225592"/>
                  <a:pt x="1905398" y="399199"/>
                  <a:pt x="1871145" y="561938"/>
                </a:cubicBezTo>
                <a:cubicBezTo>
                  <a:pt x="1818675" y="811204"/>
                  <a:pt x="1764412" y="1068972"/>
                  <a:pt x="1876589" y="1144624"/>
                </a:cubicBezTo>
                <a:cubicBezTo>
                  <a:pt x="1988767" y="1220276"/>
                  <a:pt x="2207469" y="1073404"/>
                  <a:pt x="2418931" y="931295"/>
                </a:cubicBezTo>
                <a:cubicBezTo>
                  <a:pt x="2695019" y="745819"/>
                  <a:pt x="3007951" y="535602"/>
                  <a:pt x="3278854" y="718297"/>
                </a:cubicBezTo>
                <a:cubicBezTo>
                  <a:pt x="3549759" y="900994"/>
                  <a:pt x="3472126" y="1269896"/>
                  <a:pt x="3403625" y="1595367"/>
                </a:cubicBezTo>
                <a:cubicBezTo>
                  <a:pt x="3351132" y="1844684"/>
                  <a:pt x="3296911" y="2102481"/>
                  <a:pt x="3409135" y="2178165"/>
                </a:cubicBezTo>
                <a:cubicBezTo>
                  <a:pt x="3521360" y="2253848"/>
                  <a:pt x="3739918" y="2106880"/>
                  <a:pt x="3951362" y="1964825"/>
                </a:cubicBezTo>
                <a:lnTo>
                  <a:pt x="4040868" y="1907085"/>
                </a:lnTo>
                <a:lnTo>
                  <a:pt x="4040868" y="2245468"/>
                </a:lnTo>
                <a:lnTo>
                  <a:pt x="3897247" y="2338115"/>
                </a:lnTo>
                <a:cubicBezTo>
                  <a:pt x="3680078" y="2466935"/>
                  <a:pt x="3453297" y="2550946"/>
                  <a:pt x="3250168" y="2413957"/>
                </a:cubicBezTo>
                <a:cubicBezTo>
                  <a:pt x="2979295" y="2231282"/>
                  <a:pt x="3056854" y="1862273"/>
                  <a:pt x="3125358" y="1536797"/>
                </a:cubicBezTo>
                <a:cubicBezTo>
                  <a:pt x="3177820" y="1287528"/>
                  <a:pt x="3232077" y="1029749"/>
                  <a:pt x="3119853" y="954065"/>
                </a:cubicBezTo>
                <a:cubicBezTo>
                  <a:pt x="3007628" y="878381"/>
                  <a:pt x="2788984" y="1025298"/>
                  <a:pt x="2577517" y="1167400"/>
                </a:cubicBezTo>
                <a:cubicBezTo>
                  <a:pt x="2301431" y="1352887"/>
                  <a:pt x="1988500" y="1563095"/>
                  <a:pt x="1717591" y="1380395"/>
                </a:cubicBezTo>
                <a:cubicBezTo>
                  <a:pt x="1446683" y="1197696"/>
                  <a:pt x="1524354" y="828830"/>
                  <a:pt x="1592853" y="503348"/>
                </a:cubicBezTo>
                <a:cubicBezTo>
                  <a:pt x="1632232" y="316369"/>
                  <a:pt x="1672597" y="124625"/>
                  <a:pt x="1642974" y="8510"/>
                </a:cubicBezTo>
                <a:close/>
                <a:moveTo>
                  <a:pt x="0" y="0"/>
                </a:moveTo>
                <a:lnTo>
                  <a:pt x="285293" y="0"/>
                </a:lnTo>
                <a:lnTo>
                  <a:pt x="288683" y="23305"/>
                </a:lnTo>
                <a:cubicBezTo>
                  <a:pt x="298556" y="62009"/>
                  <a:pt x="316206" y="92310"/>
                  <a:pt x="344260" y="111230"/>
                </a:cubicBezTo>
                <a:cubicBezTo>
                  <a:pt x="428424" y="167989"/>
                  <a:pt x="572407" y="99511"/>
                  <a:pt x="728339" y="1794"/>
                </a:cubicBezTo>
                <a:lnTo>
                  <a:pt x="731070" y="0"/>
                </a:lnTo>
                <a:lnTo>
                  <a:pt x="1253365" y="0"/>
                </a:lnTo>
                <a:lnTo>
                  <a:pt x="1203261" y="30014"/>
                </a:lnTo>
                <a:cubicBezTo>
                  <a:pt x="1151276" y="62590"/>
                  <a:pt x="1097964" y="98419"/>
                  <a:pt x="1045098" y="133945"/>
                </a:cubicBezTo>
                <a:cubicBezTo>
                  <a:pt x="769005" y="319427"/>
                  <a:pt x="456124" y="529669"/>
                  <a:pt x="185259" y="346999"/>
                </a:cubicBezTo>
                <a:cubicBezTo>
                  <a:pt x="83685" y="278498"/>
                  <a:pt x="31110" y="183804"/>
                  <a:pt x="8682" y="75030"/>
                </a:cubicBezTo>
                <a:close/>
              </a:path>
            </a:pathLst>
          </a:custGeom>
          <a:solidFill>
            <a:schemeClr val="accent2">
              <a:lumMod val="20000"/>
              <a:lumOff val="80000"/>
              <a:alpha val="50000"/>
            </a:schemeClr>
          </a:solidFill>
          <a:ln w="9400"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683E7202-D4FD-97A5-44A7-EC8436DA2BFF}"/>
              </a:ext>
              <a:ext uri="{C183D7F6-B498-43B3-948B-1728B52AA6E4}">
                <adec:decorative xmlns:adec="http://schemas.microsoft.com/office/drawing/2017/decorative" val="1"/>
              </a:ext>
            </a:extLst>
          </p:cNvPr>
          <p:cNvSpPr/>
          <p:nvPr userDrawn="1"/>
        </p:nvSpPr>
        <p:spPr>
          <a:xfrm>
            <a:off x="7453932" y="851548"/>
            <a:ext cx="4353117" cy="500540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C680E844-DC94-8DC4-9D32-BFCC7888727A}"/>
              </a:ext>
              <a:ext uri="{C183D7F6-B498-43B3-948B-1728B52AA6E4}">
                <adec:decorative xmlns:adec="http://schemas.microsoft.com/office/drawing/2017/decorative" val="1"/>
              </a:ext>
            </a:extLst>
          </p:cNvPr>
          <p:cNvSpPr/>
          <p:nvPr userDrawn="1"/>
        </p:nvSpPr>
        <p:spPr>
          <a:xfrm>
            <a:off x="7453932" y="380999"/>
            <a:ext cx="4353117" cy="47055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890C8A32-35EB-644B-4A78-F0837BB8C9A5}"/>
              </a:ext>
              <a:ext uri="{C183D7F6-B498-43B3-948B-1728B52AA6E4}">
                <adec:decorative xmlns:adec="http://schemas.microsoft.com/office/drawing/2017/decorative" val="1"/>
              </a:ext>
            </a:extLst>
          </p:cNvPr>
          <p:cNvGrpSpPr/>
          <p:nvPr userDrawn="1"/>
        </p:nvGrpSpPr>
        <p:grpSpPr>
          <a:xfrm>
            <a:off x="7595447" y="505268"/>
            <a:ext cx="810985" cy="212272"/>
            <a:chOff x="1883229" y="800099"/>
            <a:chExt cx="810985" cy="212272"/>
          </a:xfrm>
        </p:grpSpPr>
        <p:sp>
          <p:nvSpPr>
            <p:cNvPr id="29" name="Oval 28">
              <a:extLst>
                <a:ext uri="{FF2B5EF4-FFF2-40B4-BE49-F238E27FC236}">
                  <a16:creationId xmlns:a16="http://schemas.microsoft.com/office/drawing/2014/main" id="{7D61DD85-A825-A396-2A30-039913643826}"/>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AE29ECB8-2561-5C06-11F4-9DAB13E88AF9}"/>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EAE27364-A704-A922-E89E-C44E9040E1E4}"/>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6" name="Picture Placeholder 35">
            <a:extLst>
              <a:ext uri="{FF2B5EF4-FFF2-40B4-BE49-F238E27FC236}">
                <a16:creationId xmlns:a16="http://schemas.microsoft.com/office/drawing/2014/main" id="{E5704C24-F4AD-72DA-159C-32CBFB1AFD4B}"/>
              </a:ext>
            </a:extLst>
          </p:cNvPr>
          <p:cNvSpPr>
            <a:spLocks noGrp="1"/>
          </p:cNvSpPr>
          <p:nvPr>
            <p:ph type="pic" sz="quarter" idx="18"/>
          </p:nvPr>
        </p:nvSpPr>
        <p:spPr>
          <a:xfrm>
            <a:off x="7466631" y="859509"/>
            <a:ext cx="4324485" cy="4983480"/>
          </a:xfrm>
        </p:spPr>
        <p:txBody>
          <a:bodyPr/>
          <a:lstStyle>
            <a:lvl1pPr marL="0" indent="0" algn="ctr">
              <a:buNone/>
              <a:defRPr sz="2000"/>
            </a:lvl1pPr>
          </a:lstStyle>
          <a:p>
            <a:r>
              <a:rPr lang="en-US"/>
              <a:t>Click icon to add picture</a:t>
            </a:r>
            <a:endParaRPr lang="en-US" dirty="0"/>
          </a:p>
        </p:txBody>
      </p:sp>
      <p:sp>
        <p:nvSpPr>
          <p:cNvPr id="7" name="Rectangle 6">
            <a:extLst>
              <a:ext uri="{FF2B5EF4-FFF2-40B4-BE49-F238E27FC236}">
                <a16:creationId xmlns:a16="http://schemas.microsoft.com/office/drawing/2014/main" id="{579CD2F2-6C1D-5B8C-C5CF-40222BAE8609}"/>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B216551A-8E0E-2E51-2D2F-BD765A674C39}"/>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Date Placeholder 3">
            <a:extLst>
              <a:ext uri="{FF2B5EF4-FFF2-40B4-BE49-F238E27FC236}">
                <a16:creationId xmlns:a16="http://schemas.microsoft.com/office/drawing/2014/main" id="{B612F406-221C-DFC9-5B2E-A6B4A06FF4C7}"/>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4/13/2026</a:t>
            </a:fld>
            <a:endParaRPr lang="en-US" dirty="0"/>
          </a:p>
        </p:txBody>
      </p:sp>
      <p:pic>
        <p:nvPicPr>
          <p:cNvPr id="12" name="Graphic 11">
            <a:extLst>
              <a:ext uri="{FF2B5EF4-FFF2-40B4-BE49-F238E27FC236}">
                <a16:creationId xmlns:a16="http://schemas.microsoft.com/office/drawing/2014/main" id="{A08FB81D-7980-C91F-E68F-CA152DB4AD8D}"/>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542011" y="6405154"/>
            <a:ext cx="274320" cy="274320"/>
          </a:xfrm>
          <a:prstGeom prst="rect">
            <a:avLst/>
          </a:prstGeom>
        </p:spPr>
      </p:pic>
      <p:pic>
        <p:nvPicPr>
          <p:cNvPr id="15" name="Graphic 14">
            <a:extLst>
              <a:ext uri="{FF2B5EF4-FFF2-40B4-BE49-F238E27FC236}">
                <a16:creationId xmlns:a16="http://schemas.microsoft.com/office/drawing/2014/main" id="{C790F93D-BC22-F46A-6921-21123743493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9168948" y="6405154"/>
            <a:ext cx="274320" cy="274320"/>
          </a:xfrm>
          <a:prstGeom prst="rect">
            <a:avLst/>
          </a:prstGeom>
        </p:spPr>
      </p:pic>
      <p:pic>
        <p:nvPicPr>
          <p:cNvPr id="16" name="Graphic 15">
            <a:extLst>
              <a:ext uri="{FF2B5EF4-FFF2-40B4-BE49-F238E27FC236}">
                <a16:creationId xmlns:a16="http://schemas.microsoft.com/office/drawing/2014/main" id="{CBA151EE-A96C-A1AB-6996-3FF8F8AFA1D2}"/>
              </a:ext>
              <a:ext uri="{C183D7F6-B498-43B3-948B-1728B52AA6E4}">
                <adec:decorative xmlns:adec="http://schemas.microsoft.com/office/drawing/2017/decorative" val="1"/>
              </a:ext>
            </a:extLst>
          </p:cNvPr>
          <p:cNvPicPr>
            <a:picLocks noChangeAspect="1"/>
          </p:cNvPicPr>
          <p:nvPr userDrawn="1"/>
        </p:nvPicPr>
        <p:blipFill rotWithShape="1">
          <a:blip cstate="hqprint">
            <a:extLst>
              <a:ext uri="{28A0092B-C50C-407E-A947-70E740481C1C}">
                <a14:useLocalDpi xmlns:a14="http://schemas.microsoft.com/office/drawing/2010/main"/>
              </a:ext>
              <a:ext uri="{96DAC541-7B7A-43D3-8B79-37D633B846F1}">
                <asvg:svgBlip xmlns:asvg="http://schemas.microsoft.com/office/drawing/2016/SVG/main" r:embed="rId6"/>
              </a:ext>
            </a:extLst>
          </a:blip>
          <a:srcRect l="13558" t="13558" r="13558" b="13558"/>
          <a:stretch/>
        </p:blipFill>
        <p:spPr>
          <a:xfrm>
            <a:off x="8795884" y="6405154"/>
            <a:ext cx="274320" cy="274320"/>
          </a:xfrm>
          <a:prstGeom prst="rect">
            <a:avLst/>
          </a:prstGeom>
        </p:spPr>
      </p:pic>
      <p:sp>
        <p:nvSpPr>
          <p:cNvPr id="33" name="Slide Number Placeholder 5">
            <a:extLst>
              <a:ext uri="{FF2B5EF4-FFF2-40B4-BE49-F238E27FC236}">
                <a16:creationId xmlns:a16="http://schemas.microsoft.com/office/drawing/2014/main" id="{0FBE0826-C479-F9B2-BE8C-B31F4CD98E4C}"/>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34" name="Rectangle 33">
            <a:extLst>
              <a:ext uri="{FF2B5EF4-FFF2-40B4-BE49-F238E27FC236}">
                <a16:creationId xmlns:a16="http://schemas.microsoft.com/office/drawing/2014/main" id="{62278FC6-6AA7-8092-6593-326853123591}"/>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338392265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Introduction">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EA41A884-237A-64B6-32E7-217992605B35}"/>
              </a:ext>
              <a:ext uri="{C183D7F6-B498-43B3-948B-1728B52AA6E4}">
                <adec:decorative xmlns:adec="http://schemas.microsoft.com/office/drawing/2017/decorative" val="1"/>
              </a:ext>
            </a:extLst>
          </p:cNvPr>
          <p:cNvSpPr/>
          <p:nvPr userDrawn="1"/>
        </p:nvSpPr>
        <p:spPr>
          <a:xfrm>
            <a:off x="336550" y="327025"/>
            <a:ext cx="11518900" cy="5561466"/>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1">
            <a:extLst>
              <a:ext uri="{FF2B5EF4-FFF2-40B4-BE49-F238E27FC236}">
                <a16:creationId xmlns:a16="http://schemas.microsoft.com/office/drawing/2014/main" id="{BA79ADB4-793B-694B-0F44-63AED5A3B60F}"/>
              </a:ext>
            </a:extLst>
          </p:cNvPr>
          <p:cNvSpPr>
            <a:spLocks noGrp="1"/>
          </p:cNvSpPr>
          <p:nvPr>
            <p:ph type="title" hasCustomPrompt="1"/>
          </p:nvPr>
        </p:nvSpPr>
        <p:spPr>
          <a:xfrm>
            <a:off x="641350" y="530572"/>
            <a:ext cx="10907016" cy="1162882"/>
          </a:xfrm>
        </p:spPr>
        <p:txBody>
          <a:bodyPr tIns="182880"/>
          <a:lstStyle>
            <a:lvl1pPr algn="l">
              <a:defRPr sz="3200"/>
            </a:lvl1pPr>
          </a:lstStyle>
          <a:p>
            <a:r>
              <a:rPr lang="en-US" dirty="0"/>
              <a:t>Click to add title</a:t>
            </a:r>
          </a:p>
        </p:txBody>
      </p:sp>
      <p:sp>
        <p:nvSpPr>
          <p:cNvPr id="15" name="Text Placeholder 14">
            <a:extLst>
              <a:ext uri="{FF2B5EF4-FFF2-40B4-BE49-F238E27FC236}">
                <a16:creationId xmlns:a16="http://schemas.microsoft.com/office/drawing/2014/main" id="{25D911D6-AEFE-1CA4-D41D-B9157575E483}"/>
              </a:ext>
            </a:extLst>
          </p:cNvPr>
          <p:cNvSpPr>
            <a:spLocks noGrp="1"/>
          </p:cNvSpPr>
          <p:nvPr>
            <p:ph type="body" sz="quarter" idx="10" hasCustomPrompt="1"/>
          </p:nvPr>
        </p:nvSpPr>
        <p:spPr>
          <a:xfrm>
            <a:off x="641350" y="1917700"/>
            <a:ext cx="10907016" cy="3340099"/>
          </a:xfrm>
        </p:spPr>
        <p:txBody>
          <a:bodyPr/>
          <a:lstStyle>
            <a:lvl1pPr marL="285750" indent="-285750">
              <a:lnSpc>
                <a:spcPts val="1900"/>
              </a:lnSpc>
              <a:buFont typeface="Arial" panose="020B0604020202020204" pitchFamily="34" charset="0"/>
              <a:buChar char="•"/>
              <a:defRPr sz="1800"/>
            </a:lvl1pPr>
            <a:lvl2pPr marL="742950" indent="-285750">
              <a:lnSpc>
                <a:spcPts val="1900"/>
              </a:lnSpc>
              <a:buFont typeface="Arial" panose="020B0604020202020204" pitchFamily="34" charset="0"/>
              <a:buChar char="•"/>
              <a:defRPr sz="1800"/>
            </a:lvl2pPr>
            <a:lvl3pPr marL="1200150" indent="-285750">
              <a:lnSpc>
                <a:spcPts val="1900"/>
              </a:lnSpc>
              <a:buFont typeface="Arial" panose="020B0604020202020204" pitchFamily="34" charset="0"/>
              <a:buChar char="•"/>
              <a:defRPr sz="1800"/>
            </a:lvl3pPr>
            <a:lvl4pPr marL="1657350" indent="-285750">
              <a:lnSpc>
                <a:spcPts val="1900"/>
              </a:lnSpc>
              <a:buFont typeface="Arial" panose="020B0604020202020204" pitchFamily="34" charset="0"/>
              <a:buChar char="•"/>
              <a:defRPr sz="1800"/>
            </a:lvl4pPr>
            <a:lvl5pPr marL="2114550" indent="-285750">
              <a:lnSpc>
                <a:spcPts val="1900"/>
              </a:lnSpc>
              <a:buFont typeface="Arial" panose="020B0604020202020204" pitchFamily="34" charset="0"/>
              <a:buChar cha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874C63F8-081B-3D1E-1EC2-A59B7627A0FF}"/>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80B6F8D9-3C25-DDB8-6C45-D06BF5D837DD}"/>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Date Placeholder 3">
            <a:extLst>
              <a:ext uri="{FF2B5EF4-FFF2-40B4-BE49-F238E27FC236}">
                <a16:creationId xmlns:a16="http://schemas.microsoft.com/office/drawing/2014/main" id="{BA069417-406B-7583-F175-EE9B3830EE82}"/>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4/13/2026</a:t>
            </a:fld>
            <a:endParaRPr lang="en-US" dirty="0"/>
          </a:p>
        </p:txBody>
      </p:sp>
      <p:pic>
        <p:nvPicPr>
          <p:cNvPr id="11" name="Graphic 10">
            <a:extLst>
              <a:ext uri="{FF2B5EF4-FFF2-40B4-BE49-F238E27FC236}">
                <a16:creationId xmlns:a16="http://schemas.microsoft.com/office/drawing/2014/main" id="{8DDC80A3-1127-C309-CCCF-459D4B365B0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9542011" y="6405154"/>
            <a:ext cx="274320" cy="274320"/>
          </a:xfrm>
          <a:prstGeom prst="rect">
            <a:avLst/>
          </a:prstGeom>
        </p:spPr>
      </p:pic>
      <p:pic>
        <p:nvPicPr>
          <p:cNvPr id="12" name="Graphic 11">
            <a:extLst>
              <a:ext uri="{FF2B5EF4-FFF2-40B4-BE49-F238E27FC236}">
                <a16:creationId xmlns:a16="http://schemas.microsoft.com/office/drawing/2014/main" id="{A7D4C341-6443-CB24-41AE-09E84AA6E89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168948" y="6405154"/>
            <a:ext cx="274320" cy="274320"/>
          </a:xfrm>
          <a:prstGeom prst="rect">
            <a:avLst/>
          </a:prstGeom>
        </p:spPr>
      </p:pic>
      <p:pic>
        <p:nvPicPr>
          <p:cNvPr id="13" name="Graphic 12">
            <a:extLst>
              <a:ext uri="{FF2B5EF4-FFF2-40B4-BE49-F238E27FC236}">
                <a16:creationId xmlns:a16="http://schemas.microsoft.com/office/drawing/2014/main" id="{553FCF92-6C55-D212-BCA4-51709D62AC13}"/>
              </a:ext>
              <a:ext uri="{C183D7F6-B498-43B3-948B-1728B52AA6E4}">
                <adec:decorative xmlns:adec="http://schemas.microsoft.com/office/drawing/2017/decorative" val="1"/>
              </a:ext>
            </a:extLst>
          </p:cNvPr>
          <p:cNvPicPr>
            <a:picLocks noChangeAspect="1"/>
          </p:cNvPicPr>
          <p:nvPr userDrawn="1"/>
        </p:nvPicPr>
        <p:blipFill rotWithShape="1">
          <a:blip cstate="hqprint">
            <a:extLst>
              <a:ext uri="{28A0092B-C50C-407E-A947-70E740481C1C}">
                <a14:useLocalDpi xmlns:a14="http://schemas.microsoft.com/office/drawing/2010/main"/>
              </a:ext>
              <a:ext uri="{96DAC541-7B7A-43D3-8B79-37D633B846F1}">
                <asvg:svgBlip xmlns:asvg="http://schemas.microsoft.com/office/drawing/2016/SVG/main" r:embed="rId4"/>
              </a:ext>
            </a:extLst>
          </a:blip>
          <a:srcRect l="13558" t="13558" r="13558" b="13558"/>
          <a:stretch/>
        </p:blipFill>
        <p:spPr>
          <a:xfrm>
            <a:off x="8795884" y="6405154"/>
            <a:ext cx="274320" cy="274320"/>
          </a:xfrm>
          <a:prstGeom prst="rect">
            <a:avLst/>
          </a:prstGeom>
        </p:spPr>
      </p:pic>
      <p:sp>
        <p:nvSpPr>
          <p:cNvPr id="16" name="Slide Number Placeholder 5">
            <a:extLst>
              <a:ext uri="{FF2B5EF4-FFF2-40B4-BE49-F238E27FC236}">
                <a16:creationId xmlns:a16="http://schemas.microsoft.com/office/drawing/2014/main" id="{25EF7369-613A-D7D3-3478-17904CF31D29}"/>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17" name="Rectangle 16">
            <a:extLst>
              <a:ext uri="{FF2B5EF4-FFF2-40B4-BE49-F238E27FC236}">
                <a16:creationId xmlns:a16="http://schemas.microsoft.com/office/drawing/2014/main" id="{72B5CA49-A7D8-662B-28C7-95B7B7AD441B}"/>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17059939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327CAC6E-6513-EFEF-80DD-DC09D9C4B1CD}"/>
              </a:ext>
              <a:ext uri="{C183D7F6-B498-43B3-948B-1728B52AA6E4}">
                <adec:decorative xmlns:adec="http://schemas.microsoft.com/office/drawing/2017/decorative" val="1"/>
              </a:ext>
            </a:extLst>
          </p:cNvPr>
          <p:cNvSpPr/>
          <p:nvPr userDrawn="1"/>
        </p:nvSpPr>
        <p:spPr>
          <a:xfrm>
            <a:off x="8151132" y="1"/>
            <a:ext cx="4040868" cy="2484203"/>
          </a:xfrm>
          <a:custGeom>
            <a:avLst/>
            <a:gdLst>
              <a:gd name="connsiteX0" fmla="*/ 1639501 w 4040868"/>
              <a:gd name="connsiteY0" fmla="*/ 0 h 2484203"/>
              <a:gd name="connsiteX1" fmla="*/ 1927972 w 4040868"/>
              <a:gd name="connsiteY1" fmla="*/ 0 h 2484203"/>
              <a:gd name="connsiteX2" fmla="*/ 1936047 w 4040868"/>
              <a:gd name="connsiteY2" fmla="*/ 69832 h 2484203"/>
              <a:gd name="connsiteX3" fmla="*/ 1871145 w 4040868"/>
              <a:gd name="connsiteY3" fmla="*/ 561938 h 2484203"/>
              <a:gd name="connsiteX4" fmla="*/ 1876589 w 4040868"/>
              <a:gd name="connsiteY4" fmla="*/ 1144624 h 2484203"/>
              <a:gd name="connsiteX5" fmla="*/ 2418931 w 4040868"/>
              <a:gd name="connsiteY5" fmla="*/ 931295 h 2484203"/>
              <a:gd name="connsiteX6" fmla="*/ 3278854 w 4040868"/>
              <a:gd name="connsiteY6" fmla="*/ 718297 h 2484203"/>
              <a:gd name="connsiteX7" fmla="*/ 3403625 w 4040868"/>
              <a:gd name="connsiteY7" fmla="*/ 1595367 h 2484203"/>
              <a:gd name="connsiteX8" fmla="*/ 3409135 w 4040868"/>
              <a:gd name="connsiteY8" fmla="*/ 2178165 h 2484203"/>
              <a:gd name="connsiteX9" fmla="*/ 3951362 w 4040868"/>
              <a:gd name="connsiteY9" fmla="*/ 1964825 h 2484203"/>
              <a:gd name="connsiteX10" fmla="*/ 4040868 w 4040868"/>
              <a:gd name="connsiteY10" fmla="*/ 1907085 h 2484203"/>
              <a:gd name="connsiteX11" fmla="*/ 4040868 w 4040868"/>
              <a:gd name="connsiteY11" fmla="*/ 2245468 h 2484203"/>
              <a:gd name="connsiteX12" fmla="*/ 3897247 w 4040868"/>
              <a:gd name="connsiteY12" fmla="*/ 2338115 h 2484203"/>
              <a:gd name="connsiteX13" fmla="*/ 3250168 w 4040868"/>
              <a:gd name="connsiteY13" fmla="*/ 2413957 h 2484203"/>
              <a:gd name="connsiteX14" fmla="*/ 3125358 w 4040868"/>
              <a:gd name="connsiteY14" fmla="*/ 1536797 h 2484203"/>
              <a:gd name="connsiteX15" fmla="*/ 3119853 w 4040868"/>
              <a:gd name="connsiteY15" fmla="*/ 954065 h 2484203"/>
              <a:gd name="connsiteX16" fmla="*/ 2577517 w 4040868"/>
              <a:gd name="connsiteY16" fmla="*/ 1167400 h 2484203"/>
              <a:gd name="connsiteX17" fmla="*/ 1717591 w 4040868"/>
              <a:gd name="connsiteY17" fmla="*/ 1380395 h 2484203"/>
              <a:gd name="connsiteX18" fmla="*/ 1592853 w 4040868"/>
              <a:gd name="connsiteY18" fmla="*/ 503348 h 2484203"/>
              <a:gd name="connsiteX19" fmla="*/ 1642974 w 4040868"/>
              <a:gd name="connsiteY19" fmla="*/ 8510 h 2484203"/>
              <a:gd name="connsiteX20" fmla="*/ 0 w 4040868"/>
              <a:gd name="connsiteY20" fmla="*/ 0 h 2484203"/>
              <a:gd name="connsiteX21" fmla="*/ 285293 w 4040868"/>
              <a:gd name="connsiteY21" fmla="*/ 0 h 2484203"/>
              <a:gd name="connsiteX22" fmla="*/ 288683 w 4040868"/>
              <a:gd name="connsiteY22" fmla="*/ 23305 h 2484203"/>
              <a:gd name="connsiteX23" fmla="*/ 344260 w 4040868"/>
              <a:gd name="connsiteY23" fmla="*/ 111230 h 2484203"/>
              <a:gd name="connsiteX24" fmla="*/ 728339 w 4040868"/>
              <a:gd name="connsiteY24" fmla="*/ 1794 h 2484203"/>
              <a:gd name="connsiteX25" fmla="*/ 731070 w 4040868"/>
              <a:gd name="connsiteY25" fmla="*/ 0 h 2484203"/>
              <a:gd name="connsiteX26" fmla="*/ 1253365 w 4040868"/>
              <a:gd name="connsiteY26" fmla="*/ 0 h 2484203"/>
              <a:gd name="connsiteX27" fmla="*/ 1203261 w 4040868"/>
              <a:gd name="connsiteY27" fmla="*/ 30014 h 2484203"/>
              <a:gd name="connsiteX28" fmla="*/ 1045098 w 4040868"/>
              <a:gd name="connsiteY28" fmla="*/ 133945 h 2484203"/>
              <a:gd name="connsiteX29" fmla="*/ 185259 w 4040868"/>
              <a:gd name="connsiteY29" fmla="*/ 346999 h 2484203"/>
              <a:gd name="connsiteX30" fmla="*/ 8682 w 4040868"/>
              <a:gd name="connsiteY30" fmla="*/ 75030 h 2484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040868" h="2484203">
                <a:moveTo>
                  <a:pt x="1639501" y="0"/>
                </a:moveTo>
                <a:lnTo>
                  <a:pt x="1927972" y="0"/>
                </a:lnTo>
                <a:lnTo>
                  <a:pt x="1936047" y="69832"/>
                </a:lnTo>
                <a:cubicBezTo>
                  <a:pt x="1941935" y="225592"/>
                  <a:pt x="1905398" y="399199"/>
                  <a:pt x="1871145" y="561938"/>
                </a:cubicBezTo>
                <a:cubicBezTo>
                  <a:pt x="1818675" y="811204"/>
                  <a:pt x="1764412" y="1068972"/>
                  <a:pt x="1876589" y="1144624"/>
                </a:cubicBezTo>
                <a:cubicBezTo>
                  <a:pt x="1988767" y="1220276"/>
                  <a:pt x="2207469" y="1073404"/>
                  <a:pt x="2418931" y="931295"/>
                </a:cubicBezTo>
                <a:cubicBezTo>
                  <a:pt x="2695019" y="745819"/>
                  <a:pt x="3007951" y="535602"/>
                  <a:pt x="3278854" y="718297"/>
                </a:cubicBezTo>
                <a:cubicBezTo>
                  <a:pt x="3549759" y="900994"/>
                  <a:pt x="3472126" y="1269896"/>
                  <a:pt x="3403625" y="1595367"/>
                </a:cubicBezTo>
                <a:cubicBezTo>
                  <a:pt x="3351132" y="1844684"/>
                  <a:pt x="3296911" y="2102481"/>
                  <a:pt x="3409135" y="2178165"/>
                </a:cubicBezTo>
                <a:cubicBezTo>
                  <a:pt x="3521360" y="2253848"/>
                  <a:pt x="3739918" y="2106880"/>
                  <a:pt x="3951362" y="1964825"/>
                </a:cubicBezTo>
                <a:lnTo>
                  <a:pt x="4040868" y="1907085"/>
                </a:lnTo>
                <a:lnTo>
                  <a:pt x="4040868" y="2245468"/>
                </a:lnTo>
                <a:lnTo>
                  <a:pt x="3897247" y="2338115"/>
                </a:lnTo>
                <a:cubicBezTo>
                  <a:pt x="3680078" y="2466935"/>
                  <a:pt x="3453297" y="2550946"/>
                  <a:pt x="3250168" y="2413957"/>
                </a:cubicBezTo>
                <a:cubicBezTo>
                  <a:pt x="2979295" y="2231282"/>
                  <a:pt x="3056854" y="1862273"/>
                  <a:pt x="3125358" y="1536797"/>
                </a:cubicBezTo>
                <a:cubicBezTo>
                  <a:pt x="3177820" y="1287528"/>
                  <a:pt x="3232077" y="1029749"/>
                  <a:pt x="3119853" y="954065"/>
                </a:cubicBezTo>
                <a:cubicBezTo>
                  <a:pt x="3007628" y="878381"/>
                  <a:pt x="2788984" y="1025298"/>
                  <a:pt x="2577517" y="1167400"/>
                </a:cubicBezTo>
                <a:cubicBezTo>
                  <a:pt x="2301431" y="1352887"/>
                  <a:pt x="1988500" y="1563095"/>
                  <a:pt x="1717591" y="1380395"/>
                </a:cubicBezTo>
                <a:cubicBezTo>
                  <a:pt x="1446683" y="1197696"/>
                  <a:pt x="1524354" y="828830"/>
                  <a:pt x="1592853" y="503348"/>
                </a:cubicBezTo>
                <a:cubicBezTo>
                  <a:pt x="1632232" y="316369"/>
                  <a:pt x="1672597" y="124625"/>
                  <a:pt x="1642974" y="8510"/>
                </a:cubicBezTo>
                <a:close/>
                <a:moveTo>
                  <a:pt x="0" y="0"/>
                </a:moveTo>
                <a:lnTo>
                  <a:pt x="285293" y="0"/>
                </a:lnTo>
                <a:lnTo>
                  <a:pt x="288683" y="23305"/>
                </a:lnTo>
                <a:cubicBezTo>
                  <a:pt x="298556" y="62009"/>
                  <a:pt x="316206" y="92310"/>
                  <a:pt x="344260" y="111230"/>
                </a:cubicBezTo>
                <a:cubicBezTo>
                  <a:pt x="428424" y="167989"/>
                  <a:pt x="572407" y="99511"/>
                  <a:pt x="728339" y="1794"/>
                </a:cubicBezTo>
                <a:lnTo>
                  <a:pt x="731070" y="0"/>
                </a:lnTo>
                <a:lnTo>
                  <a:pt x="1253365" y="0"/>
                </a:lnTo>
                <a:lnTo>
                  <a:pt x="1203261" y="30014"/>
                </a:lnTo>
                <a:cubicBezTo>
                  <a:pt x="1151276" y="62590"/>
                  <a:pt x="1097964" y="98419"/>
                  <a:pt x="1045098" y="133945"/>
                </a:cubicBezTo>
                <a:cubicBezTo>
                  <a:pt x="769005" y="319427"/>
                  <a:pt x="456124" y="529669"/>
                  <a:pt x="185259" y="346999"/>
                </a:cubicBezTo>
                <a:cubicBezTo>
                  <a:pt x="83685" y="278498"/>
                  <a:pt x="31110" y="183804"/>
                  <a:pt x="8682" y="75030"/>
                </a:cubicBezTo>
                <a:close/>
              </a:path>
            </a:pathLst>
          </a:custGeom>
          <a:solidFill>
            <a:schemeClr val="accent2">
              <a:lumMod val="20000"/>
              <a:lumOff val="80000"/>
              <a:alpha val="50000"/>
            </a:schemeClr>
          </a:solidFill>
          <a:ln w="15939"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4" name="Graphic 13">
            <a:extLst>
              <a:ext uri="{FF2B5EF4-FFF2-40B4-BE49-F238E27FC236}">
                <a16:creationId xmlns:a16="http://schemas.microsoft.com/office/drawing/2014/main" id="{39D0D1EA-36A7-6453-1FD4-3D8EDB9E322A}"/>
              </a:ext>
              <a:ext uri="{C183D7F6-B498-43B3-948B-1728B52AA6E4}">
                <adec:decorative xmlns:adec="http://schemas.microsoft.com/office/drawing/2017/decorative" val="1"/>
              </a:ext>
            </a:extLst>
          </p:cNvPr>
          <p:cNvPicPr>
            <a:picLocks noChangeAspect="1"/>
          </p:cNvPicPr>
          <p:nvPr userDrawn="1"/>
        </p:nvPicPr>
        <p:blipFill rotWithShape="1">
          <a:blip cstate="hqprint">
            <a:extLst>
              <a:ext uri="{28A0092B-C50C-407E-A947-70E740481C1C}">
                <a14:useLocalDpi xmlns:a14="http://schemas.microsoft.com/office/drawing/2010/main"/>
              </a:ext>
              <a:ext uri="{96DAC541-7B7A-43D3-8B79-37D633B846F1}">
                <asvg:svgBlip xmlns:asvg="http://schemas.microsoft.com/office/drawing/2016/SVG/main" r:embed="rId2"/>
              </a:ext>
            </a:extLst>
          </a:blip>
          <a:srcRect l="40898"/>
          <a:stretch/>
        </p:blipFill>
        <p:spPr>
          <a:xfrm>
            <a:off x="0" y="2536372"/>
            <a:ext cx="2197076" cy="3717471"/>
          </a:xfrm>
          <a:prstGeom prst="rect">
            <a:avLst/>
          </a:prstGeom>
        </p:spPr>
      </p:pic>
      <p:grpSp>
        <p:nvGrpSpPr>
          <p:cNvPr id="11" name="Group 10">
            <a:extLst>
              <a:ext uri="{FF2B5EF4-FFF2-40B4-BE49-F238E27FC236}">
                <a16:creationId xmlns:a16="http://schemas.microsoft.com/office/drawing/2014/main" id="{956C6AF7-C52F-0661-9756-4ACF5F53D270}"/>
              </a:ext>
              <a:ext uri="{C183D7F6-B498-43B3-948B-1728B52AA6E4}">
                <adec:decorative xmlns:adec="http://schemas.microsoft.com/office/drawing/2017/decorative" val="1"/>
              </a:ext>
            </a:extLst>
          </p:cNvPr>
          <p:cNvGrpSpPr/>
          <p:nvPr userDrawn="1"/>
        </p:nvGrpSpPr>
        <p:grpSpPr>
          <a:xfrm>
            <a:off x="1698171" y="691024"/>
            <a:ext cx="8795658" cy="5475954"/>
            <a:chOff x="1698171" y="691024"/>
            <a:chExt cx="8795658" cy="5475954"/>
          </a:xfrm>
        </p:grpSpPr>
        <p:grpSp>
          <p:nvGrpSpPr>
            <p:cNvPr id="6" name="Group 5">
              <a:extLst>
                <a:ext uri="{FF2B5EF4-FFF2-40B4-BE49-F238E27FC236}">
                  <a16:creationId xmlns:a16="http://schemas.microsoft.com/office/drawing/2014/main" id="{28E9A7E9-8102-96E8-3AFE-500CB362A1DC}"/>
                </a:ext>
              </a:extLst>
            </p:cNvPr>
            <p:cNvGrpSpPr/>
            <p:nvPr userDrawn="1"/>
          </p:nvGrpSpPr>
          <p:grpSpPr>
            <a:xfrm>
              <a:off x="1698171" y="691024"/>
              <a:ext cx="8795658" cy="5475954"/>
              <a:chOff x="1466850" y="380320"/>
              <a:chExt cx="9258300" cy="5763985"/>
            </a:xfrm>
          </p:grpSpPr>
          <p:sp>
            <p:nvSpPr>
              <p:cNvPr id="4" name="Rectangle 3">
                <a:extLst>
                  <a:ext uri="{FF2B5EF4-FFF2-40B4-BE49-F238E27FC236}">
                    <a16:creationId xmlns:a16="http://schemas.microsoft.com/office/drawing/2014/main" id="{053ECDAF-8D46-3B38-8636-403A9D6E1AE5}"/>
                  </a:ext>
                </a:extLst>
              </p:cNvPr>
              <p:cNvSpPr/>
              <p:nvPr userDrawn="1"/>
            </p:nvSpPr>
            <p:spPr>
              <a:xfrm>
                <a:off x="1466850" y="875620"/>
                <a:ext cx="9258300" cy="526868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CF9042C5-541D-EACD-1550-73F521EE58CE}"/>
                  </a:ext>
                </a:extLst>
              </p:cNvPr>
              <p:cNvSpPr/>
              <p:nvPr userDrawn="1"/>
            </p:nvSpPr>
            <p:spPr>
              <a:xfrm>
                <a:off x="1466850" y="380320"/>
                <a:ext cx="9258300"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 name="Group 9">
              <a:extLst>
                <a:ext uri="{FF2B5EF4-FFF2-40B4-BE49-F238E27FC236}">
                  <a16:creationId xmlns:a16="http://schemas.microsoft.com/office/drawing/2014/main" id="{C316982B-45E5-11C7-13E9-FFB7118F3739}"/>
                </a:ext>
              </a:extLst>
            </p:cNvPr>
            <p:cNvGrpSpPr/>
            <p:nvPr userDrawn="1"/>
          </p:nvGrpSpPr>
          <p:grpSpPr>
            <a:xfrm>
              <a:off x="1839686" y="815293"/>
              <a:ext cx="810985" cy="212272"/>
              <a:chOff x="1883229" y="800099"/>
              <a:chExt cx="810985" cy="212272"/>
            </a:xfrm>
          </p:grpSpPr>
          <p:sp>
            <p:nvSpPr>
              <p:cNvPr id="7" name="Oval 6">
                <a:extLst>
                  <a:ext uri="{FF2B5EF4-FFF2-40B4-BE49-F238E27FC236}">
                    <a16:creationId xmlns:a16="http://schemas.microsoft.com/office/drawing/2014/main" id="{BAEAE856-A4AE-737F-5F25-C2D45CCF9350}"/>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1869E9B6-7A5C-6135-A347-B48DCD6D4E3A}"/>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04D07301-3180-6D7F-A1D1-2011E615007D}"/>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626326" y="1224098"/>
            <a:ext cx="8939349" cy="3717472"/>
          </a:xfrm>
        </p:spPr>
        <p:txBody>
          <a:bodyPr anchor="ctr">
            <a:noAutofit/>
          </a:bodyPr>
          <a:lstStyle>
            <a:lvl1pPr algn="ctr">
              <a:defRPr sz="6000"/>
            </a:lvl1pPr>
          </a:lstStyle>
          <a:p>
            <a:r>
              <a:rPr lang="en-US" dirty="0"/>
              <a:t>Click to add title</a:t>
            </a:r>
          </a:p>
        </p:txBody>
      </p:sp>
      <p:sp>
        <p:nvSpPr>
          <p:cNvPr id="13" name="Rectangle: Rounded Corners 12">
            <a:extLst>
              <a:ext uri="{FF2B5EF4-FFF2-40B4-BE49-F238E27FC236}">
                <a16:creationId xmlns:a16="http://schemas.microsoft.com/office/drawing/2014/main" id="{CB0A1C84-853A-628A-A9BA-CA6C9B1A535E}"/>
              </a:ext>
              <a:ext uri="{C183D7F6-B498-43B3-948B-1728B52AA6E4}">
                <adec:decorative xmlns:adec="http://schemas.microsoft.com/office/drawing/2017/decorative" val="1"/>
              </a:ext>
            </a:extLst>
          </p:cNvPr>
          <p:cNvSpPr/>
          <p:nvPr userDrawn="1"/>
        </p:nvSpPr>
        <p:spPr>
          <a:xfrm>
            <a:off x="2460173" y="5017288"/>
            <a:ext cx="7271656" cy="652923"/>
          </a:xfrm>
          <a:prstGeom prst="roundRect">
            <a:avLst>
              <a:gd name="adj" fmla="val 50000"/>
            </a:avLst>
          </a:prstGeom>
          <a:solidFill>
            <a:schemeClr val="accent6"/>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2460171" y="5017288"/>
            <a:ext cx="7271657" cy="652923"/>
          </a:xfrm>
        </p:spPr>
        <p:txBody>
          <a:bodyPr anchor="ctr">
            <a:no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916498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7F2D7010-7DD7-3796-25B0-887F020FD7A5}"/>
              </a:ext>
              <a:ext uri="{C183D7F6-B498-43B3-948B-1728B52AA6E4}">
                <adec:decorative xmlns:adec="http://schemas.microsoft.com/office/drawing/2017/decorative" val="1"/>
              </a:ext>
            </a:extLst>
          </p:cNvPr>
          <p:cNvSpPr/>
          <p:nvPr userDrawn="1"/>
        </p:nvSpPr>
        <p:spPr>
          <a:xfrm>
            <a:off x="336550" y="327025"/>
            <a:ext cx="11518900" cy="5561466"/>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Rounded Corners 26">
            <a:extLst>
              <a:ext uri="{FF2B5EF4-FFF2-40B4-BE49-F238E27FC236}">
                <a16:creationId xmlns:a16="http://schemas.microsoft.com/office/drawing/2014/main" id="{FE720C36-0F8D-D8C0-9900-9ABBBFF54324}"/>
              </a:ext>
              <a:ext uri="{C183D7F6-B498-43B3-948B-1728B52AA6E4}">
                <adec:decorative xmlns:adec="http://schemas.microsoft.com/office/drawing/2017/decorative" val="1"/>
              </a:ext>
            </a:extLst>
          </p:cNvPr>
          <p:cNvSpPr/>
          <p:nvPr userDrawn="1"/>
        </p:nvSpPr>
        <p:spPr>
          <a:xfrm>
            <a:off x="6233416" y="1933575"/>
            <a:ext cx="5312664" cy="3661683"/>
          </a:xfrm>
          <a:prstGeom prst="roundRect">
            <a:avLst>
              <a:gd name="adj" fmla="val 9932"/>
            </a:avLst>
          </a:prstGeom>
          <a:solidFill>
            <a:schemeClr val="accent6">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Rounded Corners 27">
            <a:extLst>
              <a:ext uri="{FF2B5EF4-FFF2-40B4-BE49-F238E27FC236}">
                <a16:creationId xmlns:a16="http://schemas.microsoft.com/office/drawing/2014/main" id="{6CA4DA47-F1FE-347F-D205-7E5F76A50351}"/>
              </a:ext>
              <a:ext uri="{C183D7F6-B498-43B3-948B-1728B52AA6E4}">
                <adec:decorative xmlns:adec="http://schemas.microsoft.com/office/drawing/2017/decorative" val="1"/>
              </a:ext>
            </a:extLst>
          </p:cNvPr>
          <p:cNvSpPr/>
          <p:nvPr userDrawn="1"/>
        </p:nvSpPr>
        <p:spPr>
          <a:xfrm>
            <a:off x="641350" y="1933575"/>
            <a:ext cx="5314950" cy="3661683"/>
          </a:xfrm>
          <a:prstGeom prst="roundRect">
            <a:avLst>
              <a:gd name="adj" fmla="val 9932"/>
            </a:avLst>
          </a:prstGeom>
          <a:solidFill>
            <a:schemeClr val="accent5">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7AB85A72-D42C-6248-9886-01A284D0AE4C}"/>
              </a:ext>
            </a:extLst>
          </p:cNvPr>
          <p:cNvSpPr>
            <a:spLocks noGrp="1"/>
          </p:cNvSpPr>
          <p:nvPr>
            <p:ph type="title" hasCustomPrompt="1"/>
          </p:nvPr>
        </p:nvSpPr>
        <p:spPr>
          <a:xfrm>
            <a:off x="641350" y="576292"/>
            <a:ext cx="10907016" cy="922516"/>
          </a:xfrm>
        </p:spPr>
        <p:txBody>
          <a:bodyPr tIns="182880"/>
          <a:lstStyle>
            <a:lvl1pPr algn="l">
              <a:defRPr sz="3200"/>
            </a:lvl1pPr>
          </a:lstStyle>
          <a:p>
            <a:r>
              <a:rPr lang="en-US" dirty="0"/>
              <a:t>Click to add title</a:t>
            </a:r>
          </a:p>
        </p:txBody>
      </p:sp>
      <p:sp>
        <p:nvSpPr>
          <p:cNvPr id="10" name="Rectangle 9">
            <a:extLst>
              <a:ext uri="{FF2B5EF4-FFF2-40B4-BE49-F238E27FC236}">
                <a16:creationId xmlns:a16="http://schemas.microsoft.com/office/drawing/2014/main" id="{A0C8E618-75F9-458D-3A62-1F2682AD94FB}"/>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1A417590-A410-1B88-C23B-74EA0E7EA5A9}"/>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20C0BEF1-6AFB-D9F2-2B8C-DF15558CAB57}"/>
              </a:ext>
            </a:extLst>
          </p:cNvPr>
          <p:cNvSpPr>
            <a:spLocks noGrp="1"/>
          </p:cNvSpPr>
          <p:nvPr>
            <p:ph sz="half" idx="14" hasCustomPrompt="1"/>
          </p:nvPr>
        </p:nvSpPr>
        <p:spPr>
          <a:xfrm>
            <a:off x="888999" y="2343150"/>
            <a:ext cx="4873446" cy="2994868"/>
          </a:xfrm>
        </p:spPr>
        <p:txBody>
          <a:bodyPr/>
          <a:lstStyle>
            <a:lvl1pPr marL="0" indent="0">
              <a:lnSpc>
                <a:spcPts val="1900"/>
              </a:lnSpc>
              <a:spcBef>
                <a:spcPts val="1000"/>
              </a:spcBef>
              <a:buNone/>
              <a:defRPr sz="1800"/>
            </a:lvl1pPr>
            <a:lvl2pPr marL="228600">
              <a:lnSpc>
                <a:spcPts val="1900"/>
              </a:lnSpc>
              <a:spcBef>
                <a:spcPts val="1000"/>
              </a:spcBef>
              <a:defRPr sz="1800"/>
            </a:lvl2pPr>
            <a:lvl3pPr marL="685800">
              <a:lnSpc>
                <a:spcPts val="1900"/>
              </a:lnSpc>
              <a:spcBef>
                <a:spcPts val="1000"/>
              </a:spcBef>
              <a:defRPr sz="1800"/>
            </a:lvl3pPr>
            <a:lvl4pPr marL="1143000">
              <a:lnSpc>
                <a:spcPts val="1900"/>
              </a:lnSpc>
              <a:spcBef>
                <a:spcPts val="1000"/>
              </a:spcBef>
              <a:defRPr sz="1800"/>
            </a:lvl4pPr>
            <a:lvl5pPr marL="1600200">
              <a:lnSpc>
                <a:spcPts val="1900"/>
              </a:lnSpc>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2">
            <a:extLst>
              <a:ext uri="{FF2B5EF4-FFF2-40B4-BE49-F238E27FC236}">
                <a16:creationId xmlns:a16="http://schemas.microsoft.com/office/drawing/2014/main" id="{F9B32CC6-748C-4CAB-2EAB-F498EBD8B32C}"/>
              </a:ext>
            </a:extLst>
          </p:cNvPr>
          <p:cNvSpPr>
            <a:spLocks noGrp="1"/>
          </p:cNvSpPr>
          <p:nvPr>
            <p:ph sz="half" idx="15" hasCustomPrompt="1"/>
          </p:nvPr>
        </p:nvSpPr>
        <p:spPr>
          <a:xfrm>
            <a:off x="6496321" y="2343150"/>
            <a:ext cx="4873446" cy="2990850"/>
          </a:xfrm>
        </p:spPr>
        <p:txBody>
          <a:bodyPr/>
          <a:lstStyle>
            <a:lvl1pPr marL="0" indent="0">
              <a:lnSpc>
                <a:spcPts val="1900"/>
              </a:lnSpc>
              <a:spcBef>
                <a:spcPts val="1000"/>
              </a:spcBef>
              <a:buNone/>
              <a:defRPr sz="1800"/>
            </a:lvl1pPr>
            <a:lvl2pPr marL="228600">
              <a:lnSpc>
                <a:spcPts val="1900"/>
              </a:lnSpc>
              <a:spcBef>
                <a:spcPts val="1000"/>
              </a:spcBef>
              <a:defRPr sz="1800"/>
            </a:lvl2pPr>
            <a:lvl3pPr marL="685800">
              <a:lnSpc>
                <a:spcPts val="1900"/>
              </a:lnSpc>
              <a:spcBef>
                <a:spcPts val="1000"/>
              </a:spcBef>
              <a:defRPr sz="1800"/>
            </a:lvl3pPr>
            <a:lvl4pPr marL="1143000">
              <a:lnSpc>
                <a:spcPts val="1900"/>
              </a:lnSpc>
              <a:spcBef>
                <a:spcPts val="1000"/>
              </a:spcBef>
              <a:defRPr sz="1800"/>
            </a:lvl4pPr>
            <a:lvl5pPr marL="1600200">
              <a:lnSpc>
                <a:spcPts val="1900"/>
              </a:lnSpc>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3">
            <a:extLst>
              <a:ext uri="{FF2B5EF4-FFF2-40B4-BE49-F238E27FC236}">
                <a16:creationId xmlns:a16="http://schemas.microsoft.com/office/drawing/2014/main" id="{95B39729-974D-AA19-321C-259F9E677498}"/>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4/13/2026</a:t>
            </a:fld>
            <a:endParaRPr lang="en-US" dirty="0"/>
          </a:p>
        </p:txBody>
      </p:sp>
      <p:pic>
        <p:nvPicPr>
          <p:cNvPr id="15" name="Graphic 14">
            <a:extLst>
              <a:ext uri="{FF2B5EF4-FFF2-40B4-BE49-F238E27FC236}">
                <a16:creationId xmlns:a16="http://schemas.microsoft.com/office/drawing/2014/main" id="{D0225ACC-FFD9-6B8F-F487-1D67910EA85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9542011" y="6405154"/>
            <a:ext cx="274320" cy="274320"/>
          </a:xfrm>
          <a:prstGeom prst="rect">
            <a:avLst/>
          </a:prstGeom>
        </p:spPr>
      </p:pic>
      <p:pic>
        <p:nvPicPr>
          <p:cNvPr id="17" name="Graphic 16">
            <a:extLst>
              <a:ext uri="{FF2B5EF4-FFF2-40B4-BE49-F238E27FC236}">
                <a16:creationId xmlns:a16="http://schemas.microsoft.com/office/drawing/2014/main" id="{61D0E68D-DD6F-159D-E995-52C3D7D5EAA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168948" y="6405154"/>
            <a:ext cx="274320" cy="274320"/>
          </a:xfrm>
          <a:prstGeom prst="rect">
            <a:avLst/>
          </a:prstGeom>
        </p:spPr>
      </p:pic>
      <p:pic>
        <p:nvPicPr>
          <p:cNvPr id="18" name="Graphic 17">
            <a:extLst>
              <a:ext uri="{FF2B5EF4-FFF2-40B4-BE49-F238E27FC236}">
                <a16:creationId xmlns:a16="http://schemas.microsoft.com/office/drawing/2014/main" id="{FB0E3525-56EE-84A4-2487-4BBC37B43DF1}"/>
              </a:ext>
              <a:ext uri="{C183D7F6-B498-43B3-948B-1728B52AA6E4}">
                <adec:decorative xmlns:adec="http://schemas.microsoft.com/office/drawing/2017/decorative" val="1"/>
              </a:ext>
            </a:extLst>
          </p:cNvPr>
          <p:cNvPicPr>
            <a:picLocks noChangeAspect="1"/>
          </p:cNvPicPr>
          <p:nvPr userDrawn="1"/>
        </p:nvPicPr>
        <p:blipFill rotWithShape="1">
          <a:blip cstate="hqprint">
            <a:extLst>
              <a:ext uri="{28A0092B-C50C-407E-A947-70E740481C1C}">
                <a14:useLocalDpi xmlns:a14="http://schemas.microsoft.com/office/drawing/2010/main"/>
              </a:ext>
              <a:ext uri="{96DAC541-7B7A-43D3-8B79-37D633B846F1}">
                <asvg:svgBlip xmlns:asvg="http://schemas.microsoft.com/office/drawing/2016/SVG/main" r:embed="rId4"/>
              </a:ext>
            </a:extLst>
          </a:blip>
          <a:srcRect l="13558" t="13558" r="13558" b="13558"/>
          <a:stretch/>
        </p:blipFill>
        <p:spPr>
          <a:xfrm>
            <a:off x="8795884" y="6405154"/>
            <a:ext cx="274320" cy="274320"/>
          </a:xfrm>
          <a:prstGeom prst="rect">
            <a:avLst/>
          </a:prstGeom>
        </p:spPr>
      </p:pic>
      <p:sp>
        <p:nvSpPr>
          <p:cNvPr id="19" name="Slide Number Placeholder 5">
            <a:extLst>
              <a:ext uri="{FF2B5EF4-FFF2-40B4-BE49-F238E27FC236}">
                <a16:creationId xmlns:a16="http://schemas.microsoft.com/office/drawing/2014/main" id="{3F9CA93E-AA01-748E-065E-20F3E1A1A058}"/>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20" name="Rectangle 19">
            <a:extLst>
              <a:ext uri="{FF2B5EF4-FFF2-40B4-BE49-F238E27FC236}">
                <a16:creationId xmlns:a16="http://schemas.microsoft.com/office/drawing/2014/main" id="{0043D476-B609-7D5A-A9DF-7D73B31B13A5}"/>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2430898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7F2D7010-7DD7-3796-25B0-887F020FD7A5}"/>
              </a:ext>
              <a:ext uri="{C183D7F6-B498-43B3-948B-1728B52AA6E4}">
                <adec:decorative xmlns:adec="http://schemas.microsoft.com/office/drawing/2017/decorative" val="1"/>
              </a:ext>
            </a:extLst>
          </p:cNvPr>
          <p:cNvSpPr/>
          <p:nvPr userDrawn="1"/>
        </p:nvSpPr>
        <p:spPr>
          <a:xfrm>
            <a:off x="336550" y="327025"/>
            <a:ext cx="11518900" cy="5561466"/>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Rounded Corners 26">
            <a:extLst>
              <a:ext uri="{FF2B5EF4-FFF2-40B4-BE49-F238E27FC236}">
                <a16:creationId xmlns:a16="http://schemas.microsoft.com/office/drawing/2014/main" id="{FE720C36-0F8D-D8C0-9900-9ABBBFF54324}"/>
              </a:ext>
              <a:ext uri="{C183D7F6-B498-43B3-948B-1728B52AA6E4}">
                <adec:decorative xmlns:adec="http://schemas.microsoft.com/office/drawing/2017/decorative" val="1"/>
              </a:ext>
            </a:extLst>
          </p:cNvPr>
          <p:cNvSpPr/>
          <p:nvPr userDrawn="1"/>
        </p:nvSpPr>
        <p:spPr>
          <a:xfrm>
            <a:off x="8124824" y="1933575"/>
            <a:ext cx="3421255" cy="3661683"/>
          </a:xfrm>
          <a:prstGeom prst="roundRect">
            <a:avLst>
              <a:gd name="adj" fmla="val 9932"/>
            </a:avLst>
          </a:prstGeom>
          <a:solidFill>
            <a:schemeClr val="accent6">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Rounded Corners 27">
            <a:extLst>
              <a:ext uri="{FF2B5EF4-FFF2-40B4-BE49-F238E27FC236}">
                <a16:creationId xmlns:a16="http://schemas.microsoft.com/office/drawing/2014/main" id="{6CA4DA47-F1FE-347F-D205-7E5F76A50351}"/>
              </a:ext>
              <a:ext uri="{C183D7F6-B498-43B3-948B-1728B52AA6E4}">
                <adec:decorative xmlns:adec="http://schemas.microsoft.com/office/drawing/2017/decorative" val="1"/>
              </a:ext>
            </a:extLst>
          </p:cNvPr>
          <p:cNvSpPr/>
          <p:nvPr userDrawn="1"/>
        </p:nvSpPr>
        <p:spPr>
          <a:xfrm>
            <a:off x="641349" y="1933575"/>
            <a:ext cx="7174103" cy="3661683"/>
          </a:xfrm>
          <a:prstGeom prst="roundRect">
            <a:avLst>
              <a:gd name="adj" fmla="val 9932"/>
            </a:avLst>
          </a:prstGeom>
          <a:solidFill>
            <a:schemeClr val="accent3">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itle 1">
            <a:extLst>
              <a:ext uri="{FF2B5EF4-FFF2-40B4-BE49-F238E27FC236}">
                <a16:creationId xmlns:a16="http://schemas.microsoft.com/office/drawing/2014/main" id="{48533775-BAF7-CC9D-D6AD-AD60D3BA94FD}"/>
              </a:ext>
            </a:extLst>
          </p:cNvPr>
          <p:cNvSpPr>
            <a:spLocks noGrp="1"/>
          </p:cNvSpPr>
          <p:nvPr>
            <p:ph type="title" hasCustomPrompt="1"/>
          </p:nvPr>
        </p:nvSpPr>
        <p:spPr>
          <a:xfrm>
            <a:off x="641350" y="576292"/>
            <a:ext cx="10907016" cy="922516"/>
          </a:xfrm>
        </p:spPr>
        <p:txBody>
          <a:bodyPr tIns="182880"/>
          <a:lstStyle>
            <a:lvl1pPr algn="l">
              <a:defRPr sz="3200"/>
            </a:lvl1pPr>
          </a:lstStyle>
          <a:p>
            <a:r>
              <a:rPr lang="en-US" dirty="0"/>
              <a:t>Click to add title</a:t>
            </a:r>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hasCustomPrompt="1"/>
          </p:nvPr>
        </p:nvSpPr>
        <p:spPr>
          <a:xfrm>
            <a:off x="888998" y="2343150"/>
            <a:ext cx="6762631" cy="2994868"/>
          </a:xfrm>
        </p:spPr>
        <p:txBody>
          <a:bodyPr/>
          <a:lstStyle>
            <a:lvl1pPr marL="0" indent="0">
              <a:lnSpc>
                <a:spcPts val="1900"/>
              </a:lnSpc>
              <a:spcBef>
                <a:spcPts val="1000"/>
              </a:spcBef>
              <a:buNone/>
              <a:defRPr sz="1800"/>
            </a:lvl1pPr>
            <a:lvl2pPr marL="228600">
              <a:lnSpc>
                <a:spcPts val="1900"/>
              </a:lnSpc>
              <a:spcBef>
                <a:spcPts val="1000"/>
              </a:spcBef>
              <a:defRPr sz="1800"/>
            </a:lvl2pPr>
            <a:lvl3pPr marL="685800">
              <a:lnSpc>
                <a:spcPts val="1900"/>
              </a:lnSpc>
              <a:spcBef>
                <a:spcPts val="1000"/>
              </a:spcBef>
              <a:defRPr sz="1800"/>
            </a:lvl3pPr>
            <a:lvl4pPr marL="1143000">
              <a:lnSpc>
                <a:spcPts val="1900"/>
              </a:lnSpc>
              <a:spcBef>
                <a:spcPts val="1000"/>
              </a:spcBef>
              <a:defRPr sz="1800"/>
            </a:lvl4pPr>
            <a:lvl5pPr marL="1600200">
              <a:lnSpc>
                <a:spcPts val="1900"/>
              </a:lnSpc>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3">
            <a:extLst>
              <a:ext uri="{FF2B5EF4-FFF2-40B4-BE49-F238E27FC236}">
                <a16:creationId xmlns:a16="http://schemas.microsoft.com/office/drawing/2014/main" id="{EEF67B58-AA53-B48D-DD97-72B3116B22D2}"/>
              </a:ext>
            </a:extLst>
          </p:cNvPr>
          <p:cNvSpPr>
            <a:spLocks noGrp="1"/>
          </p:cNvSpPr>
          <p:nvPr>
            <p:ph sz="half" idx="13" hasCustomPrompt="1"/>
          </p:nvPr>
        </p:nvSpPr>
        <p:spPr>
          <a:xfrm>
            <a:off x="8296275" y="2343150"/>
            <a:ext cx="3062967" cy="2990850"/>
          </a:xfrm>
        </p:spPr>
        <p:txBody>
          <a:bodyPr/>
          <a:lstStyle>
            <a:lvl1pPr>
              <a:lnSpc>
                <a:spcPts val="1900"/>
              </a:lnSpc>
              <a:defRPr sz="1800"/>
            </a:lvl1pPr>
            <a:lvl2pPr>
              <a:lnSpc>
                <a:spcPts val="1900"/>
              </a:lnSpc>
              <a:defRPr sz="1800"/>
            </a:lvl2pPr>
            <a:lvl3pPr>
              <a:lnSpc>
                <a:spcPts val="1900"/>
              </a:lnSpc>
              <a:defRPr sz="1800"/>
            </a:lvl3pPr>
            <a:lvl4pPr>
              <a:lnSpc>
                <a:spcPts val="1900"/>
              </a:lnSpc>
              <a:defRPr sz="1800"/>
            </a:lvl4pPr>
            <a:lvl5pPr>
              <a:lnSpc>
                <a:spcPts val="19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Rectangle 13">
            <a:extLst>
              <a:ext uri="{FF2B5EF4-FFF2-40B4-BE49-F238E27FC236}">
                <a16:creationId xmlns:a16="http://schemas.microsoft.com/office/drawing/2014/main" id="{7E94BBE0-379D-0165-CAC7-1F8B11D76D17}"/>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5" name="Straight Connector 14">
            <a:extLst>
              <a:ext uri="{FF2B5EF4-FFF2-40B4-BE49-F238E27FC236}">
                <a16:creationId xmlns:a16="http://schemas.microsoft.com/office/drawing/2014/main" id="{F202F7C8-DEF9-7613-2C2E-1BE67CDD0A47}"/>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Date Placeholder 3">
            <a:extLst>
              <a:ext uri="{FF2B5EF4-FFF2-40B4-BE49-F238E27FC236}">
                <a16:creationId xmlns:a16="http://schemas.microsoft.com/office/drawing/2014/main" id="{160EE65A-711D-F38D-9188-D4EAE00310C9}"/>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4/13/2026</a:t>
            </a:fld>
            <a:endParaRPr lang="en-US" dirty="0"/>
          </a:p>
        </p:txBody>
      </p:sp>
      <p:pic>
        <p:nvPicPr>
          <p:cNvPr id="18" name="Graphic 17">
            <a:extLst>
              <a:ext uri="{FF2B5EF4-FFF2-40B4-BE49-F238E27FC236}">
                <a16:creationId xmlns:a16="http://schemas.microsoft.com/office/drawing/2014/main" id="{528D3B9C-A39A-B7F4-9EF1-8DACD6392DB0}"/>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9542011" y="6405154"/>
            <a:ext cx="274320" cy="274320"/>
          </a:xfrm>
          <a:prstGeom prst="rect">
            <a:avLst/>
          </a:prstGeom>
        </p:spPr>
      </p:pic>
      <p:pic>
        <p:nvPicPr>
          <p:cNvPr id="19" name="Graphic 18">
            <a:extLst>
              <a:ext uri="{FF2B5EF4-FFF2-40B4-BE49-F238E27FC236}">
                <a16:creationId xmlns:a16="http://schemas.microsoft.com/office/drawing/2014/main" id="{025BC426-76D2-E6A7-7ACC-B430676DC17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168948" y="6405154"/>
            <a:ext cx="274320" cy="274320"/>
          </a:xfrm>
          <a:prstGeom prst="rect">
            <a:avLst/>
          </a:prstGeom>
        </p:spPr>
      </p:pic>
      <p:pic>
        <p:nvPicPr>
          <p:cNvPr id="20" name="Graphic 19">
            <a:extLst>
              <a:ext uri="{FF2B5EF4-FFF2-40B4-BE49-F238E27FC236}">
                <a16:creationId xmlns:a16="http://schemas.microsoft.com/office/drawing/2014/main" id="{BEC2F84A-080B-721D-C47A-BA27BCE90CA7}"/>
              </a:ext>
              <a:ext uri="{C183D7F6-B498-43B3-948B-1728B52AA6E4}">
                <adec:decorative xmlns:adec="http://schemas.microsoft.com/office/drawing/2017/decorative" val="1"/>
              </a:ext>
            </a:extLst>
          </p:cNvPr>
          <p:cNvPicPr>
            <a:picLocks noChangeAspect="1"/>
          </p:cNvPicPr>
          <p:nvPr userDrawn="1"/>
        </p:nvPicPr>
        <p:blipFill rotWithShape="1">
          <a:blip cstate="hqprint">
            <a:extLst>
              <a:ext uri="{28A0092B-C50C-407E-A947-70E740481C1C}">
                <a14:useLocalDpi xmlns:a14="http://schemas.microsoft.com/office/drawing/2010/main"/>
              </a:ext>
              <a:ext uri="{96DAC541-7B7A-43D3-8B79-37D633B846F1}">
                <asvg:svgBlip xmlns:asvg="http://schemas.microsoft.com/office/drawing/2016/SVG/main" r:embed="rId4"/>
              </a:ext>
            </a:extLst>
          </a:blip>
          <a:srcRect l="13558" t="13558" r="13558" b="13558"/>
          <a:stretch/>
        </p:blipFill>
        <p:spPr>
          <a:xfrm>
            <a:off x="8795884" y="6405154"/>
            <a:ext cx="274320" cy="274320"/>
          </a:xfrm>
          <a:prstGeom prst="rect">
            <a:avLst/>
          </a:prstGeom>
        </p:spPr>
      </p:pic>
      <p:sp>
        <p:nvSpPr>
          <p:cNvPr id="21" name="Slide Number Placeholder 5">
            <a:extLst>
              <a:ext uri="{FF2B5EF4-FFF2-40B4-BE49-F238E27FC236}">
                <a16:creationId xmlns:a16="http://schemas.microsoft.com/office/drawing/2014/main" id="{AEAD915F-02B9-E376-AEE8-C9188A70E1AA}"/>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22" name="Rectangle 21">
            <a:extLst>
              <a:ext uri="{FF2B5EF4-FFF2-40B4-BE49-F238E27FC236}">
                <a16:creationId xmlns:a16="http://schemas.microsoft.com/office/drawing/2014/main" id="{2991E374-28A1-DAB0-74F1-E14DD4733741}"/>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493546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EA41A884-237A-64B6-32E7-217992605B35}"/>
              </a:ext>
              <a:ext uri="{C183D7F6-B498-43B3-948B-1728B52AA6E4}">
                <adec:decorative xmlns:adec="http://schemas.microsoft.com/office/drawing/2017/decorative" val="1"/>
              </a:ext>
            </a:extLst>
          </p:cNvPr>
          <p:cNvSpPr/>
          <p:nvPr userDrawn="1"/>
        </p:nvSpPr>
        <p:spPr>
          <a:xfrm>
            <a:off x="336550" y="327025"/>
            <a:ext cx="11518900" cy="5561466"/>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C245F31-81CB-7608-A735-BE1B508EC03F}"/>
              </a:ext>
            </a:extLst>
          </p:cNvPr>
          <p:cNvSpPr>
            <a:spLocks noGrp="1"/>
          </p:cNvSpPr>
          <p:nvPr>
            <p:ph type="title" hasCustomPrompt="1"/>
          </p:nvPr>
        </p:nvSpPr>
        <p:spPr>
          <a:xfrm>
            <a:off x="641349" y="403224"/>
            <a:ext cx="5946389" cy="2219552"/>
          </a:xfrm>
        </p:spPr>
        <p:txBody>
          <a:bodyPr anchor="b"/>
          <a:lstStyle>
            <a:lvl1pPr>
              <a:defRPr sz="3200"/>
            </a:lvl1pPr>
          </a:lstStyle>
          <a:p>
            <a:r>
              <a:rPr lang="en-US" dirty="0"/>
              <a:t>Click to add title</a:t>
            </a:r>
          </a:p>
        </p:txBody>
      </p:sp>
      <p:sp>
        <p:nvSpPr>
          <p:cNvPr id="15" name="Text Placeholder 14">
            <a:extLst>
              <a:ext uri="{FF2B5EF4-FFF2-40B4-BE49-F238E27FC236}">
                <a16:creationId xmlns:a16="http://schemas.microsoft.com/office/drawing/2014/main" id="{25D911D6-AEFE-1CA4-D41D-B9157575E483}"/>
              </a:ext>
            </a:extLst>
          </p:cNvPr>
          <p:cNvSpPr>
            <a:spLocks noGrp="1"/>
          </p:cNvSpPr>
          <p:nvPr>
            <p:ph type="body" sz="quarter" idx="10" hasCustomPrompt="1"/>
          </p:nvPr>
        </p:nvSpPr>
        <p:spPr>
          <a:xfrm>
            <a:off x="641349" y="2884714"/>
            <a:ext cx="5946389" cy="1997530"/>
          </a:xfrm>
        </p:spPr>
        <p:txBody>
          <a:bodyPr/>
          <a:lstStyle>
            <a:lvl1pPr marL="285750" indent="-285750">
              <a:lnSpc>
                <a:spcPts val="1900"/>
              </a:lnSpc>
              <a:buFont typeface="Arial" panose="020B0604020202020204" pitchFamily="34" charset="0"/>
              <a:buChar char="•"/>
              <a:defRPr sz="1800"/>
            </a:lvl1pPr>
            <a:lvl2pPr marL="742950" indent="-285750">
              <a:lnSpc>
                <a:spcPts val="1900"/>
              </a:lnSpc>
              <a:buFont typeface="Arial" panose="020B0604020202020204" pitchFamily="34" charset="0"/>
              <a:buChar char="•"/>
              <a:defRPr sz="1800"/>
            </a:lvl2pPr>
            <a:lvl3pPr marL="1200150" indent="-285750">
              <a:lnSpc>
                <a:spcPts val="1900"/>
              </a:lnSpc>
              <a:buFont typeface="Arial" panose="020B0604020202020204" pitchFamily="34" charset="0"/>
              <a:buChar char="•"/>
              <a:defRPr sz="1800"/>
            </a:lvl3pPr>
            <a:lvl4pPr marL="1657350" indent="-285750">
              <a:lnSpc>
                <a:spcPts val="1900"/>
              </a:lnSpc>
              <a:buFont typeface="Arial" panose="020B0604020202020204" pitchFamily="34" charset="0"/>
              <a:buChar char="•"/>
              <a:defRPr sz="1800"/>
            </a:lvl4pPr>
            <a:lvl5pPr marL="2114550" indent="-285750">
              <a:lnSpc>
                <a:spcPts val="1900"/>
              </a:lnSpc>
              <a:buFont typeface="Arial" panose="020B0604020202020204" pitchFamily="34" charset="0"/>
              <a:buChar cha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6" name="Group 15">
            <a:extLst>
              <a:ext uri="{FF2B5EF4-FFF2-40B4-BE49-F238E27FC236}">
                <a16:creationId xmlns:a16="http://schemas.microsoft.com/office/drawing/2014/main" id="{C9D8C8DC-9BBB-5079-F2BB-7AFCEF6C3AED}"/>
              </a:ext>
              <a:ext uri="{C183D7F6-B498-43B3-948B-1728B52AA6E4}">
                <adec:decorative xmlns:adec="http://schemas.microsoft.com/office/drawing/2017/decorative" val="1"/>
              </a:ext>
            </a:extLst>
          </p:cNvPr>
          <p:cNvGrpSpPr/>
          <p:nvPr userDrawn="1"/>
        </p:nvGrpSpPr>
        <p:grpSpPr>
          <a:xfrm>
            <a:off x="7357061" y="1320978"/>
            <a:ext cx="3550424" cy="3561705"/>
            <a:chOff x="1698171" y="691024"/>
            <a:chExt cx="3550424" cy="3561705"/>
          </a:xfrm>
        </p:grpSpPr>
        <p:grpSp>
          <p:nvGrpSpPr>
            <p:cNvPr id="17" name="Group 16">
              <a:extLst>
                <a:ext uri="{FF2B5EF4-FFF2-40B4-BE49-F238E27FC236}">
                  <a16:creationId xmlns:a16="http://schemas.microsoft.com/office/drawing/2014/main" id="{58853234-6427-C6E9-934B-8E3D20680399}"/>
                </a:ext>
              </a:extLst>
            </p:cNvPr>
            <p:cNvGrpSpPr/>
            <p:nvPr userDrawn="1"/>
          </p:nvGrpSpPr>
          <p:grpSpPr>
            <a:xfrm>
              <a:off x="1698171" y="691024"/>
              <a:ext cx="3550424" cy="3561705"/>
              <a:chOff x="1466850" y="380319"/>
              <a:chExt cx="3737172" cy="3749048"/>
            </a:xfrm>
          </p:grpSpPr>
          <p:sp>
            <p:nvSpPr>
              <p:cNvPr id="22" name="Rectangle 21">
                <a:extLst>
                  <a:ext uri="{FF2B5EF4-FFF2-40B4-BE49-F238E27FC236}">
                    <a16:creationId xmlns:a16="http://schemas.microsoft.com/office/drawing/2014/main" id="{24A333EF-A4E5-C14C-30ED-1D0431BF42BD}"/>
                  </a:ext>
                </a:extLst>
              </p:cNvPr>
              <p:cNvSpPr/>
              <p:nvPr userDrawn="1"/>
            </p:nvSpPr>
            <p:spPr>
              <a:xfrm>
                <a:off x="1466850" y="875621"/>
                <a:ext cx="3737172" cy="3253746"/>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E7DA7D0A-FCD9-8D61-7756-4D154DAE693F}"/>
                  </a:ext>
                </a:extLst>
              </p:cNvPr>
              <p:cNvSpPr/>
              <p:nvPr userDrawn="1"/>
            </p:nvSpPr>
            <p:spPr>
              <a:xfrm>
                <a:off x="1466850" y="380320"/>
                <a:ext cx="3737172"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8" name="Group 17">
              <a:extLst>
                <a:ext uri="{FF2B5EF4-FFF2-40B4-BE49-F238E27FC236}">
                  <a16:creationId xmlns:a16="http://schemas.microsoft.com/office/drawing/2014/main" id="{FAAD6121-8E16-380C-3CEE-AA15587ABCCA}"/>
                </a:ext>
              </a:extLst>
            </p:cNvPr>
            <p:cNvGrpSpPr/>
            <p:nvPr userDrawn="1"/>
          </p:nvGrpSpPr>
          <p:grpSpPr>
            <a:xfrm>
              <a:off x="1839686" y="815293"/>
              <a:ext cx="810985" cy="212272"/>
              <a:chOff x="1883229" y="800099"/>
              <a:chExt cx="810985" cy="212272"/>
            </a:xfrm>
          </p:grpSpPr>
          <p:sp>
            <p:nvSpPr>
              <p:cNvPr id="19" name="Oval 18">
                <a:extLst>
                  <a:ext uri="{FF2B5EF4-FFF2-40B4-BE49-F238E27FC236}">
                    <a16:creationId xmlns:a16="http://schemas.microsoft.com/office/drawing/2014/main" id="{FB5606C5-9513-E7A1-2E78-26147F563805}"/>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57FCFA69-6517-C9E2-41E5-851F0B39E300}"/>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71DB0373-9CE8-0C17-DC5D-A761A9680A74}"/>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9" name="Rectangle 8">
            <a:extLst>
              <a:ext uri="{FF2B5EF4-FFF2-40B4-BE49-F238E27FC236}">
                <a16:creationId xmlns:a16="http://schemas.microsoft.com/office/drawing/2014/main" id="{8208C6DE-C3F7-D9D8-5020-CC917762A357}"/>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a:extLst>
              <a:ext uri="{FF2B5EF4-FFF2-40B4-BE49-F238E27FC236}">
                <a16:creationId xmlns:a16="http://schemas.microsoft.com/office/drawing/2014/main" id="{BAD6D2E6-00C3-DFC4-E3CC-F7667A4CF42A}"/>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A1250816-70E6-472B-5427-B70F068971C2}"/>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9542011" y="6405154"/>
            <a:ext cx="274320" cy="274320"/>
          </a:xfrm>
          <a:prstGeom prst="rect">
            <a:avLst/>
          </a:prstGeom>
        </p:spPr>
      </p:pic>
      <p:pic>
        <p:nvPicPr>
          <p:cNvPr id="28" name="Graphic 27">
            <a:extLst>
              <a:ext uri="{FF2B5EF4-FFF2-40B4-BE49-F238E27FC236}">
                <a16:creationId xmlns:a16="http://schemas.microsoft.com/office/drawing/2014/main" id="{843018F2-43DC-265A-AC49-91D41C8BF00C}"/>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168948" y="6405154"/>
            <a:ext cx="274320" cy="274320"/>
          </a:xfrm>
          <a:prstGeom prst="rect">
            <a:avLst/>
          </a:prstGeom>
        </p:spPr>
      </p:pic>
      <p:pic>
        <p:nvPicPr>
          <p:cNvPr id="29" name="Graphic 28">
            <a:extLst>
              <a:ext uri="{FF2B5EF4-FFF2-40B4-BE49-F238E27FC236}">
                <a16:creationId xmlns:a16="http://schemas.microsoft.com/office/drawing/2014/main" id="{42402DB9-1860-2811-AF1D-2D4273F21768}"/>
              </a:ext>
              <a:ext uri="{C183D7F6-B498-43B3-948B-1728B52AA6E4}">
                <adec:decorative xmlns:adec="http://schemas.microsoft.com/office/drawing/2017/decorative" val="1"/>
              </a:ext>
            </a:extLst>
          </p:cNvPr>
          <p:cNvPicPr>
            <a:picLocks noChangeAspect="1"/>
          </p:cNvPicPr>
          <p:nvPr userDrawn="1"/>
        </p:nvPicPr>
        <p:blipFill rotWithShape="1">
          <a:blip cstate="hqprint">
            <a:extLst>
              <a:ext uri="{28A0092B-C50C-407E-A947-70E740481C1C}">
                <a14:useLocalDpi xmlns:a14="http://schemas.microsoft.com/office/drawing/2010/main"/>
              </a:ext>
              <a:ext uri="{96DAC541-7B7A-43D3-8B79-37D633B846F1}">
                <asvg:svgBlip xmlns:asvg="http://schemas.microsoft.com/office/drawing/2016/SVG/main" r:embed="rId4"/>
              </a:ext>
            </a:extLst>
          </a:blip>
          <a:srcRect l="13558" t="13558" r="13558" b="13558"/>
          <a:stretch/>
        </p:blipFill>
        <p:spPr>
          <a:xfrm>
            <a:off x="8795884" y="6405154"/>
            <a:ext cx="274320" cy="274320"/>
          </a:xfrm>
          <a:prstGeom prst="rect">
            <a:avLst/>
          </a:prstGeom>
        </p:spPr>
      </p:pic>
      <p:sp>
        <p:nvSpPr>
          <p:cNvPr id="5" name="Picture Placeholder 4">
            <a:extLst>
              <a:ext uri="{FF2B5EF4-FFF2-40B4-BE49-F238E27FC236}">
                <a16:creationId xmlns:a16="http://schemas.microsoft.com/office/drawing/2014/main" id="{62D499E7-F68F-77A3-7384-16F7358B1FAF}"/>
              </a:ext>
            </a:extLst>
          </p:cNvPr>
          <p:cNvSpPr>
            <a:spLocks noGrp="1"/>
          </p:cNvSpPr>
          <p:nvPr>
            <p:ph type="pic" sz="quarter" idx="11"/>
          </p:nvPr>
        </p:nvSpPr>
        <p:spPr>
          <a:xfrm>
            <a:off x="7377033" y="1809865"/>
            <a:ext cx="3520440" cy="3063240"/>
          </a:xfrm>
          <a:ln w="38100">
            <a:noFill/>
          </a:ln>
        </p:spPr>
        <p:txBody>
          <a:bodyPr/>
          <a:lstStyle>
            <a:lvl1pPr marL="0" indent="0" algn="ctr">
              <a:buNone/>
              <a:defRPr sz="2000"/>
            </a:lvl1pPr>
          </a:lstStyle>
          <a:p>
            <a:r>
              <a:rPr lang="en-US"/>
              <a:t>Click icon to add picture</a:t>
            </a:r>
            <a:endParaRPr lang="en-US" dirty="0"/>
          </a:p>
        </p:txBody>
      </p:sp>
      <p:sp>
        <p:nvSpPr>
          <p:cNvPr id="12" name="Date Placeholder 3">
            <a:extLst>
              <a:ext uri="{FF2B5EF4-FFF2-40B4-BE49-F238E27FC236}">
                <a16:creationId xmlns:a16="http://schemas.microsoft.com/office/drawing/2014/main" id="{3215DAD2-571F-6D7B-15E5-224268BDE287}"/>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4/13/2026</a:t>
            </a:fld>
            <a:endParaRPr lang="en-US" dirty="0"/>
          </a:p>
        </p:txBody>
      </p:sp>
      <p:sp>
        <p:nvSpPr>
          <p:cNvPr id="31" name="Rectangle 30">
            <a:extLst>
              <a:ext uri="{FF2B5EF4-FFF2-40B4-BE49-F238E27FC236}">
                <a16:creationId xmlns:a16="http://schemas.microsoft.com/office/drawing/2014/main" id="{FE724EE9-07D6-911A-3D7F-82EBAF5605E3}"/>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
        <p:nvSpPr>
          <p:cNvPr id="30" name="Slide Number Placeholder 5">
            <a:extLst>
              <a:ext uri="{FF2B5EF4-FFF2-40B4-BE49-F238E27FC236}">
                <a16:creationId xmlns:a16="http://schemas.microsoft.com/office/drawing/2014/main" id="{6DE1CF9C-D85F-CED5-1FFF-902538AAD6D5}"/>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280362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hart">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B8722D0A-E5E5-85E8-8A98-85D9705FC408}"/>
              </a:ext>
              <a:ext uri="{C183D7F6-B498-43B3-948B-1728B52AA6E4}">
                <adec:decorative xmlns:adec="http://schemas.microsoft.com/office/drawing/2017/decorative" val="1"/>
              </a:ext>
            </a:extLst>
          </p:cNvPr>
          <p:cNvGrpSpPr/>
          <p:nvPr userDrawn="1"/>
        </p:nvGrpSpPr>
        <p:grpSpPr>
          <a:xfrm>
            <a:off x="380999" y="380999"/>
            <a:ext cx="11430000" cy="1643137"/>
            <a:chOff x="1698170" y="691024"/>
            <a:chExt cx="11430000" cy="1643137"/>
          </a:xfrm>
        </p:grpSpPr>
        <p:grpSp>
          <p:nvGrpSpPr>
            <p:cNvPr id="23" name="Group 22">
              <a:extLst>
                <a:ext uri="{FF2B5EF4-FFF2-40B4-BE49-F238E27FC236}">
                  <a16:creationId xmlns:a16="http://schemas.microsoft.com/office/drawing/2014/main" id="{B6302B80-DDF6-B2B7-6559-5B19EDC98763}"/>
                </a:ext>
              </a:extLst>
            </p:cNvPr>
            <p:cNvGrpSpPr/>
            <p:nvPr userDrawn="1"/>
          </p:nvGrpSpPr>
          <p:grpSpPr>
            <a:xfrm>
              <a:off x="1698170" y="691024"/>
              <a:ext cx="11430000" cy="1643137"/>
              <a:chOff x="1466849" y="380320"/>
              <a:chExt cx="12031205" cy="1729565"/>
            </a:xfrm>
          </p:grpSpPr>
          <p:sp>
            <p:nvSpPr>
              <p:cNvPr id="28" name="Rectangle 27">
                <a:extLst>
                  <a:ext uri="{FF2B5EF4-FFF2-40B4-BE49-F238E27FC236}">
                    <a16:creationId xmlns:a16="http://schemas.microsoft.com/office/drawing/2014/main" id="{81CCE774-3C05-A473-EC2B-CC0477DD95B7}"/>
                  </a:ext>
                </a:extLst>
              </p:cNvPr>
              <p:cNvSpPr/>
              <p:nvPr userDrawn="1"/>
            </p:nvSpPr>
            <p:spPr>
              <a:xfrm>
                <a:off x="1466849" y="875621"/>
                <a:ext cx="12031204" cy="123426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F2119DFF-8596-5767-9E16-1F5D2A0890B0}"/>
                  </a:ext>
                </a:extLst>
              </p:cNvPr>
              <p:cNvSpPr/>
              <p:nvPr userDrawn="1"/>
            </p:nvSpPr>
            <p:spPr>
              <a:xfrm>
                <a:off x="1466849" y="380320"/>
                <a:ext cx="12031205"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4" name="Group 23">
              <a:extLst>
                <a:ext uri="{FF2B5EF4-FFF2-40B4-BE49-F238E27FC236}">
                  <a16:creationId xmlns:a16="http://schemas.microsoft.com/office/drawing/2014/main" id="{66202FE4-E23F-5D9F-6685-2591771D5E07}"/>
                </a:ext>
              </a:extLst>
            </p:cNvPr>
            <p:cNvGrpSpPr/>
            <p:nvPr userDrawn="1"/>
          </p:nvGrpSpPr>
          <p:grpSpPr>
            <a:xfrm>
              <a:off x="1839686" y="815293"/>
              <a:ext cx="810985" cy="212272"/>
              <a:chOff x="1883229" y="800099"/>
              <a:chExt cx="810985" cy="212272"/>
            </a:xfrm>
          </p:grpSpPr>
          <p:sp>
            <p:nvSpPr>
              <p:cNvPr id="25" name="Oval 24">
                <a:extLst>
                  <a:ext uri="{FF2B5EF4-FFF2-40B4-BE49-F238E27FC236}">
                    <a16:creationId xmlns:a16="http://schemas.microsoft.com/office/drawing/2014/main" id="{F1CC1965-068E-9CDB-3C77-0B37519DC63E}"/>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75490BAC-795F-B586-F7A7-4DFB64162F77}"/>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F93C3DAB-2ED3-29C3-4C46-70C1FE5C77D0}"/>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2" name="Group 31">
            <a:extLst>
              <a:ext uri="{FF2B5EF4-FFF2-40B4-BE49-F238E27FC236}">
                <a16:creationId xmlns:a16="http://schemas.microsoft.com/office/drawing/2014/main" id="{723D7900-A764-0B16-7BED-F9EBD836AC98}"/>
              </a:ext>
              <a:ext uri="{C183D7F6-B498-43B3-948B-1728B52AA6E4}">
                <adec:decorative xmlns:adec="http://schemas.microsoft.com/office/drawing/2017/decorative" val="1"/>
              </a:ext>
            </a:extLst>
          </p:cNvPr>
          <p:cNvGrpSpPr/>
          <p:nvPr userDrawn="1"/>
        </p:nvGrpSpPr>
        <p:grpSpPr>
          <a:xfrm>
            <a:off x="380999" y="2252872"/>
            <a:ext cx="11429999" cy="3635330"/>
            <a:chOff x="1698170" y="691024"/>
            <a:chExt cx="11429999" cy="3635330"/>
          </a:xfrm>
        </p:grpSpPr>
        <p:grpSp>
          <p:nvGrpSpPr>
            <p:cNvPr id="33" name="Group 32">
              <a:extLst>
                <a:ext uri="{FF2B5EF4-FFF2-40B4-BE49-F238E27FC236}">
                  <a16:creationId xmlns:a16="http://schemas.microsoft.com/office/drawing/2014/main" id="{C0DAD512-E415-2CBA-7F91-C6B058A5ADBD}"/>
                </a:ext>
              </a:extLst>
            </p:cNvPr>
            <p:cNvGrpSpPr/>
            <p:nvPr userDrawn="1"/>
          </p:nvGrpSpPr>
          <p:grpSpPr>
            <a:xfrm>
              <a:off x="1698170" y="691024"/>
              <a:ext cx="11429999" cy="3635330"/>
              <a:chOff x="1466849" y="380320"/>
              <a:chExt cx="12031203" cy="3826546"/>
            </a:xfrm>
          </p:grpSpPr>
          <p:sp>
            <p:nvSpPr>
              <p:cNvPr id="38" name="Rectangle 37">
                <a:extLst>
                  <a:ext uri="{FF2B5EF4-FFF2-40B4-BE49-F238E27FC236}">
                    <a16:creationId xmlns:a16="http://schemas.microsoft.com/office/drawing/2014/main" id="{921D068B-EDAE-2B09-0C52-3807110CD594}"/>
                  </a:ext>
                </a:extLst>
              </p:cNvPr>
              <p:cNvSpPr/>
              <p:nvPr userDrawn="1"/>
            </p:nvSpPr>
            <p:spPr>
              <a:xfrm>
                <a:off x="1466850" y="875621"/>
                <a:ext cx="12031202" cy="333124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6825F6B8-7F31-9F6F-6F40-4446D62B0C09}"/>
                  </a:ext>
                </a:extLst>
              </p:cNvPr>
              <p:cNvSpPr/>
              <p:nvPr userDrawn="1"/>
            </p:nvSpPr>
            <p:spPr>
              <a:xfrm>
                <a:off x="1466849" y="380320"/>
                <a:ext cx="12031202"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4" name="Group 33">
              <a:extLst>
                <a:ext uri="{FF2B5EF4-FFF2-40B4-BE49-F238E27FC236}">
                  <a16:creationId xmlns:a16="http://schemas.microsoft.com/office/drawing/2014/main" id="{7110B156-7097-18AF-109C-9129C1D27D5C}"/>
                </a:ext>
              </a:extLst>
            </p:cNvPr>
            <p:cNvGrpSpPr/>
            <p:nvPr userDrawn="1"/>
          </p:nvGrpSpPr>
          <p:grpSpPr>
            <a:xfrm>
              <a:off x="1839686" y="815293"/>
              <a:ext cx="810985" cy="212272"/>
              <a:chOff x="1883229" y="800099"/>
              <a:chExt cx="810985" cy="212272"/>
            </a:xfrm>
          </p:grpSpPr>
          <p:sp>
            <p:nvSpPr>
              <p:cNvPr id="35" name="Oval 34">
                <a:extLst>
                  <a:ext uri="{FF2B5EF4-FFF2-40B4-BE49-F238E27FC236}">
                    <a16:creationId xmlns:a16="http://schemas.microsoft.com/office/drawing/2014/main" id="{868629EE-2788-3490-B87C-FE2A00069885}"/>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a:extLst>
                  <a:ext uri="{FF2B5EF4-FFF2-40B4-BE49-F238E27FC236}">
                    <a16:creationId xmlns:a16="http://schemas.microsoft.com/office/drawing/2014/main" id="{BD13927A-0814-22EA-70B1-CD822828F18E}"/>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7BEDD65C-96D1-E6E2-62CE-14973E1DB1B4}"/>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8" name="Title 1">
            <a:extLst>
              <a:ext uri="{FF2B5EF4-FFF2-40B4-BE49-F238E27FC236}">
                <a16:creationId xmlns:a16="http://schemas.microsoft.com/office/drawing/2014/main" id="{DD7FB8EE-5B3A-2DFB-6FDF-44E5B3D93935}"/>
              </a:ext>
            </a:extLst>
          </p:cNvPr>
          <p:cNvSpPr>
            <a:spLocks noGrp="1"/>
          </p:cNvSpPr>
          <p:nvPr>
            <p:ph type="title" hasCustomPrompt="1"/>
          </p:nvPr>
        </p:nvSpPr>
        <p:spPr>
          <a:xfrm>
            <a:off x="641350" y="990005"/>
            <a:ext cx="10907016" cy="922516"/>
          </a:xfrm>
        </p:spPr>
        <p:txBody>
          <a:bodyPr tIns="182880"/>
          <a:lstStyle>
            <a:lvl1pPr algn="l">
              <a:defRPr sz="3200"/>
            </a:lvl1pPr>
          </a:lstStyle>
          <a:p>
            <a:r>
              <a:rPr lang="en-US" dirty="0"/>
              <a:t>Click to add title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hasCustomPrompt="1"/>
          </p:nvPr>
        </p:nvSpPr>
        <p:spPr>
          <a:xfrm>
            <a:off x="734786" y="3059961"/>
            <a:ext cx="3961039" cy="2467383"/>
          </a:xfrm>
        </p:spPr>
        <p:txBody>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able Placeholder 8">
            <a:extLst>
              <a:ext uri="{FF2B5EF4-FFF2-40B4-BE49-F238E27FC236}">
                <a16:creationId xmlns:a16="http://schemas.microsoft.com/office/drawing/2014/main" id="{6539386C-EDE8-05CD-6687-DDB57EB0D55D}"/>
              </a:ext>
            </a:extLst>
          </p:cNvPr>
          <p:cNvSpPr>
            <a:spLocks noGrp="1"/>
          </p:cNvSpPr>
          <p:nvPr>
            <p:ph type="tbl" sz="quarter" idx="10" hasCustomPrompt="1"/>
          </p:nvPr>
        </p:nvSpPr>
        <p:spPr>
          <a:xfrm>
            <a:off x="5048250" y="3059960"/>
            <a:ext cx="6500116" cy="2467383"/>
          </a:xfrm>
        </p:spPr>
        <p:txBody>
          <a:bodyPr/>
          <a:lstStyle>
            <a:lvl1pPr>
              <a:defRPr sz="2000"/>
            </a:lvl1pPr>
          </a:lstStyle>
          <a:p>
            <a:pPr lvl="0"/>
            <a:r>
              <a:rPr lang="en-US" dirty="0"/>
              <a:t>Click to add table</a:t>
            </a:r>
          </a:p>
        </p:txBody>
      </p:sp>
      <p:sp>
        <p:nvSpPr>
          <p:cNvPr id="10" name="Rectangle 9">
            <a:extLst>
              <a:ext uri="{FF2B5EF4-FFF2-40B4-BE49-F238E27FC236}">
                <a16:creationId xmlns:a16="http://schemas.microsoft.com/office/drawing/2014/main" id="{1E150A47-3CDE-6A2F-544A-5F98134DFA4F}"/>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50829F0F-DBDF-07B3-7893-FA37927FB30E}"/>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Date Placeholder 3">
            <a:extLst>
              <a:ext uri="{FF2B5EF4-FFF2-40B4-BE49-F238E27FC236}">
                <a16:creationId xmlns:a16="http://schemas.microsoft.com/office/drawing/2014/main" id="{48B8345A-1B48-25C5-67AE-D78987BEF15C}"/>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4/13/2026</a:t>
            </a:fld>
            <a:endParaRPr lang="en-US" dirty="0"/>
          </a:p>
        </p:txBody>
      </p:sp>
      <p:pic>
        <p:nvPicPr>
          <p:cNvPr id="13" name="Graphic 12">
            <a:extLst>
              <a:ext uri="{FF2B5EF4-FFF2-40B4-BE49-F238E27FC236}">
                <a16:creationId xmlns:a16="http://schemas.microsoft.com/office/drawing/2014/main" id="{938A89FC-B8CA-14B7-D2D8-E768D99D863D}"/>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9542011" y="6405154"/>
            <a:ext cx="274320" cy="274320"/>
          </a:xfrm>
          <a:prstGeom prst="rect">
            <a:avLst/>
          </a:prstGeom>
        </p:spPr>
      </p:pic>
      <p:pic>
        <p:nvPicPr>
          <p:cNvPr id="14" name="Graphic 13">
            <a:extLst>
              <a:ext uri="{FF2B5EF4-FFF2-40B4-BE49-F238E27FC236}">
                <a16:creationId xmlns:a16="http://schemas.microsoft.com/office/drawing/2014/main" id="{3FF78B34-411F-1CA2-E7AE-72EE59FB9109}"/>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168948" y="6405154"/>
            <a:ext cx="274320" cy="274320"/>
          </a:xfrm>
          <a:prstGeom prst="rect">
            <a:avLst/>
          </a:prstGeom>
        </p:spPr>
      </p:pic>
      <p:pic>
        <p:nvPicPr>
          <p:cNvPr id="19" name="Graphic 18">
            <a:extLst>
              <a:ext uri="{FF2B5EF4-FFF2-40B4-BE49-F238E27FC236}">
                <a16:creationId xmlns:a16="http://schemas.microsoft.com/office/drawing/2014/main" id="{3F0324D9-6571-4E22-7F05-EB7C4C25242C}"/>
              </a:ext>
              <a:ext uri="{C183D7F6-B498-43B3-948B-1728B52AA6E4}">
                <adec:decorative xmlns:adec="http://schemas.microsoft.com/office/drawing/2017/decorative" val="1"/>
              </a:ext>
            </a:extLst>
          </p:cNvPr>
          <p:cNvPicPr>
            <a:picLocks noChangeAspect="1"/>
          </p:cNvPicPr>
          <p:nvPr userDrawn="1"/>
        </p:nvPicPr>
        <p:blipFill rotWithShape="1">
          <a:blip cstate="hqprint">
            <a:extLst>
              <a:ext uri="{28A0092B-C50C-407E-A947-70E740481C1C}">
                <a14:useLocalDpi xmlns:a14="http://schemas.microsoft.com/office/drawing/2010/main"/>
              </a:ext>
              <a:ext uri="{96DAC541-7B7A-43D3-8B79-37D633B846F1}">
                <asvg:svgBlip xmlns:asvg="http://schemas.microsoft.com/office/drawing/2016/SVG/main" r:embed="rId4"/>
              </a:ext>
            </a:extLst>
          </a:blip>
          <a:srcRect l="13558" t="13558" r="13558" b="13558"/>
          <a:stretch/>
        </p:blipFill>
        <p:spPr>
          <a:xfrm>
            <a:off x="8795884" y="6405154"/>
            <a:ext cx="274320" cy="274320"/>
          </a:xfrm>
          <a:prstGeom prst="rect">
            <a:avLst/>
          </a:prstGeom>
        </p:spPr>
      </p:pic>
      <p:sp>
        <p:nvSpPr>
          <p:cNvPr id="20" name="Slide Number Placeholder 5">
            <a:extLst>
              <a:ext uri="{FF2B5EF4-FFF2-40B4-BE49-F238E27FC236}">
                <a16:creationId xmlns:a16="http://schemas.microsoft.com/office/drawing/2014/main" id="{F5AD4638-F38E-56C0-D181-3C9488FAF123}"/>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21" name="Rectangle 20">
            <a:extLst>
              <a:ext uri="{FF2B5EF4-FFF2-40B4-BE49-F238E27FC236}">
                <a16:creationId xmlns:a16="http://schemas.microsoft.com/office/drawing/2014/main" id="{0E8BB575-A42F-625D-F8C0-71BACF904AFE}"/>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3646543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4">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7F2D7010-7DD7-3796-25B0-887F020FD7A5}"/>
              </a:ext>
              <a:ext uri="{C183D7F6-B498-43B3-948B-1728B52AA6E4}">
                <adec:decorative xmlns:adec="http://schemas.microsoft.com/office/drawing/2017/decorative" val="1"/>
              </a:ext>
            </a:extLst>
          </p:cNvPr>
          <p:cNvSpPr/>
          <p:nvPr userDrawn="1"/>
        </p:nvSpPr>
        <p:spPr>
          <a:xfrm>
            <a:off x="336550" y="327025"/>
            <a:ext cx="11518900" cy="5561466"/>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Rounded Corners 26">
            <a:extLst>
              <a:ext uri="{FF2B5EF4-FFF2-40B4-BE49-F238E27FC236}">
                <a16:creationId xmlns:a16="http://schemas.microsoft.com/office/drawing/2014/main" id="{FE720C36-0F8D-D8C0-9900-9ABBBFF54324}"/>
              </a:ext>
              <a:ext uri="{C183D7F6-B498-43B3-948B-1728B52AA6E4}">
                <adec:decorative xmlns:adec="http://schemas.microsoft.com/office/drawing/2017/decorative" val="1"/>
              </a:ext>
            </a:extLst>
          </p:cNvPr>
          <p:cNvSpPr/>
          <p:nvPr userDrawn="1"/>
        </p:nvSpPr>
        <p:spPr>
          <a:xfrm>
            <a:off x="650494" y="1933575"/>
            <a:ext cx="3421255" cy="3661683"/>
          </a:xfrm>
          <a:prstGeom prst="roundRect">
            <a:avLst>
              <a:gd name="adj" fmla="val 9932"/>
            </a:avLst>
          </a:prstGeom>
          <a:solidFill>
            <a:schemeClr val="accent2">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Rounded Corners 27">
            <a:extLst>
              <a:ext uri="{FF2B5EF4-FFF2-40B4-BE49-F238E27FC236}">
                <a16:creationId xmlns:a16="http://schemas.microsoft.com/office/drawing/2014/main" id="{6CA4DA47-F1FE-347F-D205-7E5F76A50351}"/>
              </a:ext>
              <a:ext uri="{C183D7F6-B498-43B3-948B-1728B52AA6E4}">
                <adec:decorative xmlns:adec="http://schemas.microsoft.com/office/drawing/2017/decorative" val="1"/>
              </a:ext>
            </a:extLst>
          </p:cNvPr>
          <p:cNvSpPr/>
          <p:nvPr userDrawn="1"/>
        </p:nvSpPr>
        <p:spPr>
          <a:xfrm>
            <a:off x="4371976" y="1933575"/>
            <a:ext cx="7174103" cy="3661683"/>
          </a:xfrm>
          <a:prstGeom prst="roundRect">
            <a:avLst>
              <a:gd name="adj" fmla="val 9932"/>
            </a:avLst>
          </a:prstGeom>
          <a:solidFill>
            <a:schemeClr val="accent6">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itle 1">
            <a:extLst>
              <a:ext uri="{FF2B5EF4-FFF2-40B4-BE49-F238E27FC236}">
                <a16:creationId xmlns:a16="http://schemas.microsoft.com/office/drawing/2014/main" id="{038E9543-72F0-3B98-EBDB-95F36BA54FA1}"/>
              </a:ext>
            </a:extLst>
          </p:cNvPr>
          <p:cNvSpPr>
            <a:spLocks noGrp="1"/>
          </p:cNvSpPr>
          <p:nvPr>
            <p:ph type="title" hasCustomPrompt="1"/>
          </p:nvPr>
        </p:nvSpPr>
        <p:spPr>
          <a:xfrm>
            <a:off x="641350" y="576292"/>
            <a:ext cx="10907016" cy="922516"/>
          </a:xfrm>
        </p:spPr>
        <p:txBody>
          <a:bodyPr tIns="182880"/>
          <a:lstStyle>
            <a:lvl1pPr algn="l">
              <a:defRPr sz="3200"/>
            </a:lvl1pPr>
          </a:lstStyle>
          <a:p>
            <a:r>
              <a:rPr lang="en-US" dirty="0"/>
              <a:t>Click to add title</a:t>
            </a:r>
          </a:p>
        </p:txBody>
      </p:sp>
      <p:sp>
        <p:nvSpPr>
          <p:cNvPr id="9" name="Content Placeholder 3">
            <a:extLst>
              <a:ext uri="{FF2B5EF4-FFF2-40B4-BE49-F238E27FC236}">
                <a16:creationId xmlns:a16="http://schemas.microsoft.com/office/drawing/2014/main" id="{EEF67B58-AA53-B48D-DD97-72B3116B22D2}"/>
              </a:ext>
            </a:extLst>
          </p:cNvPr>
          <p:cNvSpPr>
            <a:spLocks noGrp="1"/>
          </p:cNvSpPr>
          <p:nvPr>
            <p:ph sz="half" idx="13" hasCustomPrompt="1"/>
          </p:nvPr>
        </p:nvSpPr>
        <p:spPr>
          <a:xfrm>
            <a:off x="821945" y="2343150"/>
            <a:ext cx="3062967" cy="2990850"/>
          </a:xfrm>
        </p:spPr>
        <p:txBody>
          <a:bodyPr/>
          <a:lstStyle>
            <a:lvl1pPr marL="285750" indent="-285750">
              <a:lnSpc>
                <a:spcPts val="1900"/>
              </a:lnSpc>
              <a:buFont typeface="Arial" panose="020B0604020202020204" pitchFamily="34" charset="0"/>
              <a:buChar char="•"/>
              <a:defRPr sz="1800"/>
            </a:lvl1pPr>
            <a:lvl2pPr marL="742950" indent="-285750">
              <a:lnSpc>
                <a:spcPts val="1900"/>
              </a:lnSpc>
              <a:buFont typeface="Arial" panose="020B0604020202020204" pitchFamily="34" charset="0"/>
              <a:buChar char="•"/>
              <a:defRPr sz="1800"/>
            </a:lvl2pPr>
            <a:lvl3pPr marL="1200150" indent="-285750">
              <a:lnSpc>
                <a:spcPts val="1900"/>
              </a:lnSpc>
              <a:buFont typeface="Arial" panose="020B0604020202020204" pitchFamily="34" charset="0"/>
              <a:buChar char="•"/>
              <a:defRPr sz="1800"/>
            </a:lvl3pPr>
            <a:lvl4pPr marL="1657350" indent="-285750">
              <a:lnSpc>
                <a:spcPts val="1900"/>
              </a:lnSpc>
              <a:buFont typeface="Arial" panose="020B0604020202020204" pitchFamily="34" charset="0"/>
              <a:buChar char="•"/>
              <a:defRPr sz="1800"/>
            </a:lvl4pPr>
            <a:lvl5pPr marL="2114550" indent="-285750">
              <a:lnSpc>
                <a:spcPts val="1900"/>
              </a:lnSpc>
              <a:buFont typeface="Arial" panose="020B0604020202020204" pitchFamily="34" charset="0"/>
              <a:buChar cha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hasCustomPrompt="1"/>
          </p:nvPr>
        </p:nvSpPr>
        <p:spPr>
          <a:xfrm>
            <a:off x="4619626" y="2343150"/>
            <a:ext cx="6626226" cy="2994868"/>
          </a:xfrm>
        </p:spPr>
        <p:txBody>
          <a:bodyPr/>
          <a:lstStyle>
            <a:lvl1pPr marL="0" indent="0">
              <a:lnSpc>
                <a:spcPts val="1900"/>
              </a:lnSpc>
              <a:buNone/>
              <a:defRPr sz="1800"/>
            </a:lvl1pPr>
            <a:lvl2pPr>
              <a:lnSpc>
                <a:spcPts val="1900"/>
              </a:lnSpc>
              <a:defRPr sz="1800"/>
            </a:lvl2pPr>
            <a:lvl3pPr>
              <a:lnSpc>
                <a:spcPts val="1900"/>
              </a:lnSpc>
              <a:defRPr sz="1800"/>
            </a:lvl3pPr>
            <a:lvl4pPr>
              <a:lnSpc>
                <a:spcPts val="1900"/>
              </a:lnSpc>
              <a:defRPr sz="1800"/>
            </a:lvl4pPr>
            <a:lvl5pPr>
              <a:lnSpc>
                <a:spcPts val="19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E0299C66-96F4-78D6-A62C-38668D590AEB}"/>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 name="Straight Connector 13">
            <a:extLst>
              <a:ext uri="{FF2B5EF4-FFF2-40B4-BE49-F238E27FC236}">
                <a16:creationId xmlns:a16="http://schemas.microsoft.com/office/drawing/2014/main" id="{EC2A6D20-3BBC-4875-E1DD-C75389BF2676}"/>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Date Placeholder 3">
            <a:extLst>
              <a:ext uri="{FF2B5EF4-FFF2-40B4-BE49-F238E27FC236}">
                <a16:creationId xmlns:a16="http://schemas.microsoft.com/office/drawing/2014/main" id="{0375AD72-FEF2-7BD7-B33E-DE98FDD651EC}"/>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4/13/2026</a:t>
            </a:fld>
            <a:endParaRPr lang="en-US" dirty="0"/>
          </a:p>
        </p:txBody>
      </p:sp>
      <p:pic>
        <p:nvPicPr>
          <p:cNvPr id="17" name="Graphic 16">
            <a:extLst>
              <a:ext uri="{FF2B5EF4-FFF2-40B4-BE49-F238E27FC236}">
                <a16:creationId xmlns:a16="http://schemas.microsoft.com/office/drawing/2014/main" id="{45C69E5E-6C22-57DA-0C62-9C6B32032229}"/>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9542011" y="6405154"/>
            <a:ext cx="274320" cy="274320"/>
          </a:xfrm>
          <a:prstGeom prst="rect">
            <a:avLst/>
          </a:prstGeom>
        </p:spPr>
      </p:pic>
      <p:pic>
        <p:nvPicPr>
          <p:cNvPr id="18" name="Graphic 17">
            <a:extLst>
              <a:ext uri="{FF2B5EF4-FFF2-40B4-BE49-F238E27FC236}">
                <a16:creationId xmlns:a16="http://schemas.microsoft.com/office/drawing/2014/main" id="{34542827-11B9-15CF-AB8E-86115BEF9FA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168948" y="6405154"/>
            <a:ext cx="274320" cy="274320"/>
          </a:xfrm>
          <a:prstGeom prst="rect">
            <a:avLst/>
          </a:prstGeom>
        </p:spPr>
      </p:pic>
      <p:pic>
        <p:nvPicPr>
          <p:cNvPr id="19" name="Graphic 18">
            <a:extLst>
              <a:ext uri="{FF2B5EF4-FFF2-40B4-BE49-F238E27FC236}">
                <a16:creationId xmlns:a16="http://schemas.microsoft.com/office/drawing/2014/main" id="{BEF1536F-20D9-1950-220E-4E6B881E9E50}"/>
              </a:ext>
              <a:ext uri="{C183D7F6-B498-43B3-948B-1728B52AA6E4}">
                <adec:decorative xmlns:adec="http://schemas.microsoft.com/office/drawing/2017/decorative" val="1"/>
              </a:ext>
            </a:extLst>
          </p:cNvPr>
          <p:cNvPicPr>
            <a:picLocks noChangeAspect="1"/>
          </p:cNvPicPr>
          <p:nvPr userDrawn="1"/>
        </p:nvPicPr>
        <p:blipFill rotWithShape="1">
          <a:blip cstate="hqprint">
            <a:extLst>
              <a:ext uri="{28A0092B-C50C-407E-A947-70E740481C1C}">
                <a14:useLocalDpi xmlns:a14="http://schemas.microsoft.com/office/drawing/2010/main"/>
              </a:ext>
              <a:ext uri="{96DAC541-7B7A-43D3-8B79-37D633B846F1}">
                <asvg:svgBlip xmlns:asvg="http://schemas.microsoft.com/office/drawing/2016/SVG/main" r:embed="rId4"/>
              </a:ext>
            </a:extLst>
          </a:blip>
          <a:srcRect l="13558" t="13558" r="13558" b="13558"/>
          <a:stretch/>
        </p:blipFill>
        <p:spPr>
          <a:xfrm>
            <a:off x="8795884" y="6405154"/>
            <a:ext cx="274320" cy="274320"/>
          </a:xfrm>
          <a:prstGeom prst="rect">
            <a:avLst/>
          </a:prstGeom>
        </p:spPr>
      </p:pic>
      <p:sp>
        <p:nvSpPr>
          <p:cNvPr id="20" name="Slide Number Placeholder 5">
            <a:extLst>
              <a:ext uri="{FF2B5EF4-FFF2-40B4-BE49-F238E27FC236}">
                <a16:creationId xmlns:a16="http://schemas.microsoft.com/office/drawing/2014/main" id="{F8E904D7-AB01-FD2A-6191-37814CBD0829}"/>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21" name="Rectangle 20">
            <a:extLst>
              <a:ext uri="{FF2B5EF4-FFF2-40B4-BE49-F238E27FC236}">
                <a16:creationId xmlns:a16="http://schemas.microsoft.com/office/drawing/2014/main" id="{2E5DD3E5-31DE-DE3C-B506-E5AF1EC658CB}"/>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36305989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grpSp>
        <p:nvGrpSpPr>
          <p:cNvPr id="8" name="Graphic 4">
            <a:extLst>
              <a:ext uri="{FF2B5EF4-FFF2-40B4-BE49-F238E27FC236}">
                <a16:creationId xmlns:a16="http://schemas.microsoft.com/office/drawing/2014/main" id="{5C92998A-0580-8711-F2CD-BA025D3B492D}"/>
              </a:ext>
              <a:ext uri="{C183D7F6-B498-43B3-948B-1728B52AA6E4}">
                <adec:decorative xmlns:adec="http://schemas.microsoft.com/office/drawing/2017/decorative" val="1"/>
              </a:ext>
            </a:extLst>
          </p:cNvPr>
          <p:cNvGrpSpPr/>
          <p:nvPr/>
        </p:nvGrpSpPr>
        <p:grpSpPr>
          <a:xfrm>
            <a:off x="9573457" y="3490004"/>
            <a:ext cx="2760781" cy="2636487"/>
            <a:chOff x="9757762" y="3673334"/>
            <a:chExt cx="2760781" cy="2636487"/>
          </a:xfrm>
          <a:solidFill>
            <a:schemeClr val="bg1">
              <a:alpha val="50000"/>
            </a:schemeClr>
          </a:solidFill>
        </p:grpSpPr>
        <p:sp>
          <p:nvSpPr>
            <p:cNvPr id="9" name="Freeform: Shape 8">
              <a:extLst>
                <a:ext uri="{FF2B5EF4-FFF2-40B4-BE49-F238E27FC236}">
                  <a16:creationId xmlns:a16="http://schemas.microsoft.com/office/drawing/2014/main" id="{309E8E44-AD09-0DCB-79DA-F363143EB715}"/>
                </a:ext>
              </a:extLst>
            </p:cNvPr>
            <p:cNvSpPr/>
            <p:nvPr/>
          </p:nvSpPr>
          <p:spPr>
            <a:xfrm>
              <a:off x="9757762" y="3673334"/>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F0C32798-3973-1B39-EA92-336F776B7AA7}"/>
                </a:ext>
              </a:extLst>
            </p:cNvPr>
            <p:cNvSpPr/>
            <p:nvPr/>
          </p:nvSpPr>
          <p:spPr>
            <a:xfrm>
              <a:off x="10777316" y="3673334"/>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5" y="503602"/>
                    <a:pt x="0" y="390867"/>
                    <a:pt x="0" y="251801"/>
                  </a:cubicBezTo>
                  <a:cubicBezTo>
                    <a:pt x="0" y="112735"/>
                    <a:pt x="112735"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6F2D963B-D621-02DD-1619-684F4DC91490}"/>
                </a:ext>
              </a:extLst>
            </p:cNvPr>
            <p:cNvSpPr/>
            <p:nvPr/>
          </p:nvSpPr>
          <p:spPr>
            <a:xfrm>
              <a:off x="11796885" y="3673334"/>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E491E75D-715D-B554-6983-B8D0F0FF7ECE}"/>
                </a:ext>
              </a:extLst>
            </p:cNvPr>
            <p:cNvSpPr/>
            <p:nvPr/>
          </p:nvSpPr>
          <p:spPr>
            <a:xfrm>
              <a:off x="9757762" y="4731130"/>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80BE3828-09E2-3B37-DAF2-0F1EF6FBB447}"/>
                </a:ext>
              </a:extLst>
            </p:cNvPr>
            <p:cNvSpPr/>
            <p:nvPr/>
          </p:nvSpPr>
          <p:spPr>
            <a:xfrm>
              <a:off x="10777316" y="4731130"/>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5" y="503602"/>
                    <a:pt x="0" y="390867"/>
                    <a:pt x="0" y="251801"/>
                  </a:cubicBezTo>
                  <a:cubicBezTo>
                    <a:pt x="0" y="112735"/>
                    <a:pt x="112735"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11BD5FBB-6BCD-9E17-CA4C-DA3621F258BF}"/>
                </a:ext>
              </a:extLst>
            </p:cNvPr>
            <p:cNvSpPr/>
            <p:nvPr/>
          </p:nvSpPr>
          <p:spPr>
            <a:xfrm>
              <a:off x="11796885" y="4731130"/>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20" name="Freeform: Shape 19">
              <a:extLst>
                <a:ext uri="{FF2B5EF4-FFF2-40B4-BE49-F238E27FC236}">
                  <a16:creationId xmlns:a16="http://schemas.microsoft.com/office/drawing/2014/main" id="{64AD5227-34EB-06BB-7D33-8014F2DE4711}"/>
                </a:ext>
              </a:extLst>
            </p:cNvPr>
            <p:cNvSpPr/>
            <p:nvPr/>
          </p:nvSpPr>
          <p:spPr>
            <a:xfrm>
              <a:off x="9757762" y="5788920"/>
              <a:ext cx="503603" cy="503606"/>
            </a:xfrm>
            <a:custGeom>
              <a:avLst/>
              <a:gdLst>
                <a:gd name="connsiteX0" fmla="*/ 0 w 503603"/>
                <a:gd name="connsiteY0" fmla="*/ 251798 h 503606"/>
                <a:gd name="connsiteX1" fmla="*/ 251802 w 503603"/>
                <a:gd name="connsiteY1" fmla="*/ 0 h 503606"/>
                <a:gd name="connsiteX2" fmla="*/ 503604 w 503603"/>
                <a:gd name="connsiteY2" fmla="*/ 251798 h 503606"/>
                <a:gd name="connsiteX3" fmla="*/ 251802 w 503603"/>
                <a:gd name="connsiteY3" fmla="*/ 503606 h 503606"/>
                <a:gd name="connsiteX4" fmla="*/ 0 w 503603"/>
                <a:gd name="connsiteY4" fmla="*/ 251798 h 50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6">
                  <a:moveTo>
                    <a:pt x="0" y="251798"/>
                  </a:moveTo>
                  <a:cubicBezTo>
                    <a:pt x="0" y="112736"/>
                    <a:pt x="112737" y="0"/>
                    <a:pt x="251802" y="0"/>
                  </a:cubicBezTo>
                  <a:cubicBezTo>
                    <a:pt x="390867" y="0"/>
                    <a:pt x="503604" y="112736"/>
                    <a:pt x="503604" y="251798"/>
                  </a:cubicBezTo>
                  <a:cubicBezTo>
                    <a:pt x="503604" y="390859"/>
                    <a:pt x="390869" y="503606"/>
                    <a:pt x="251802" y="503606"/>
                  </a:cubicBezTo>
                  <a:cubicBezTo>
                    <a:pt x="112734" y="503606"/>
                    <a:pt x="0" y="390870"/>
                    <a:pt x="0" y="251798"/>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21" name="Freeform: Shape 20">
              <a:extLst>
                <a:ext uri="{FF2B5EF4-FFF2-40B4-BE49-F238E27FC236}">
                  <a16:creationId xmlns:a16="http://schemas.microsoft.com/office/drawing/2014/main" id="{8A22BFF6-8FC1-1C45-6065-DDBFC3366BC5}"/>
                </a:ext>
              </a:extLst>
            </p:cNvPr>
            <p:cNvSpPr/>
            <p:nvPr/>
          </p:nvSpPr>
          <p:spPr>
            <a:xfrm>
              <a:off x="10777320" y="5788920"/>
              <a:ext cx="503608" cy="503606"/>
            </a:xfrm>
            <a:custGeom>
              <a:avLst/>
              <a:gdLst>
                <a:gd name="connsiteX0" fmla="*/ 0 w 503608"/>
                <a:gd name="connsiteY0" fmla="*/ 251798 h 503606"/>
                <a:gd name="connsiteX1" fmla="*/ 251799 w 503608"/>
                <a:gd name="connsiteY1" fmla="*/ 0 h 503606"/>
                <a:gd name="connsiteX2" fmla="*/ 503608 w 503608"/>
                <a:gd name="connsiteY2" fmla="*/ 251798 h 503606"/>
                <a:gd name="connsiteX3" fmla="*/ 251799 w 503608"/>
                <a:gd name="connsiteY3" fmla="*/ 503606 h 503606"/>
                <a:gd name="connsiteX4" fmla="*/ 0 w 503608"/>
                <a:gd name="connsiteY4" fmla="*/ 251798 h 50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8" h="503606">
                  <a:moveTo>
                    <a:pt x="0" y="251798"/>
                  </a:moveTo>
                  <a:cubicBezTo>
                    <a:pt x="0" y="112736"/>
                    <a:pt x="112737" y="0"/>
                    <a:pt x="251799" y="0"/>
                  </a:cubicBezTo>
                  <a:cubicBezTo>
                    <a:pt x="390872" y="0"/>
                    <a:pt x="503608" y="112736"/>
                    <a:pt x="503608" y="251798"/>
                  </a:cubicBezTo>
                  <a:cubicBezTo>
                    <a:pt x="503608" y="390859"/>
                    <a:pt x="390872" y="503606"/>
                    <a:pt x="251799" y="503606"/>
                  </a:cubicBezTo>
                  <a:cubicBezTo>
                    <a:pt x="112737" y="503606"/>
                    <a:pt x="0" y="390870"/>
                    <a:pt x="0" y="251798"/>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A146F39A-3BE2-E627-E2A8-097C4BA7329F}"/>
                </a:ext>
              </a:extLst>
            </p:cNvPr>
            <p:cNvSpPr/>
            <p:nvPr/>
          </p:nvSpPr>
          <p:spPr>
            <a:xfrm>
              <a:off x="11796889" y="5788920"/>
              <a:ext cx="503608" cy="503606"/>
            </a:xfrm>
            <a:custGeom>
              <a:avLst/>
              <a:gdLst>
                <a:gd name="connsiteX0" fmla="*/ 0 w 503608"/>
                <a:gd name="connsiteY0" fmla="*/ 251798 h 503606"/>
                <a:gd name="connsiteX1" fmla="*/ 251799 w 503608"/>
                <a:gd name="connsiteY1" fmla="*/ 0 h 503606"/>
                <a:gd name="connsiteX2" fmla="*/ 503608 w 503608"/>
                <a:gd name="connsiteY2" fmla="*/ 251798 h 503606"/>
                <a:gd name="connsiteX3" fmla="*/ 251799 w 503608"/>
                <a:gd name="connsiteY3" fmla="*/ 503606 h 503606"/>
                <a:gd name="connsiteX4" fmla="*/ 0 w 503608"/>
                <a:gd name="connsiteY4" fmla="*/ 251798 h 50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8" h="503606">
                  <a:moveTo>
                    <a:pt x="0" y="251798"/>
                  </a:moveTo>
                  <a:cubicBezTo>
                    <a:pt x="0" y="112736"/>
                    <a:pt x="112737" y="0"/>
                    <a:pt x="251799" y="0"/>
                  </a:cubicBezTo>
                  <a:cubicBezTo>
                    <a:pt x="390872" y="0"/>
                    <a:pt x="503608" y="112736"/>
                    <a:pt x="503608" y="251798"/>
                  </a:cubicBezTo>
                  <a:cubicBezTo>
                    <a:pt x="503608" y="390859"/>
                    <a:pt x="390872" y="503606"/>
                    <a:pt x="251799" y="503606"/>
                  </a:cubicBezTo>
                  <a:cubicBezTo>
                    <a:pt x="112737" y="503606"/>
                    <a:pt x="0" y="390870"/>
                    <a:pt x="0" y="251798"/>
                  </a:cubicBezTo>
                  <a:close/>
                </a:path>
              </a:pathLst>
            </a:custGeom>
            <a:solidFill>
              <a:schemeClr val="bg1">
                <a:alpha val="50000"/>
              </a:schemeClr>
            </a:solidFill>
            <a:ln w="136180" cap="flat">
              <a:noFill/>
              <a:prstDash val="solid"/>
              <a:miter/>
            </a:ln>
          </p:spPr>
          <p:txBody>
            <a:bodyPr rtlCol="0" anchor="ctr"/>
            <a:lstStyle/>
            <a:p>
              <a:endParaRPr lang="en-US" dirty="0"/>
            </a:p>
          </p:txBody>
        </p:sp>
      </p:grpSp>
      <p:grpSp>
        <p:nvGrpSpPr>
          <p:cNvPr id="22" name="Group 21">
            <a:extLst>
              <a:ext uri="{FF2B5EF4-FFF2-40B4-BE49-F238E27FC236}">
                <a16:creationId xmlns:a16="http://schemas.microsoft.com/office/drawing/2014/main" id="{B8722D0A-E5E5-85E8-8A98-85D9705FC408}"/>
              </a:ext>
              <a:ext uri="{C183D7F6-B498-43B3-948B-1728B52AA6E4}">
                <adec:decorative xmlns:adec="http://schemas.microsoft.com/office/drawing/2017/decorative" val="1"/>
              </a:ext>
            </a:extLst>
          </p:cNvPr>
          <p:cNvGrpSpPr/>
          <p:nvPr userDrawn="1"/>
        </p:nvGrpSpPr>
        <p:grpSpPr>
          <a:xfrm>
            <a:off x="381000" y="2282879"/>
            <a:ext cx="4269018" cy="3187700"/>
            <a:chOff x="1698171" y="691024"/>
            <a:chExt cx="4269018" cy="3187700"/>
          </a:xfrm>
        </p:grpSpPr>
        <p:grpSp>
          <p:nvGrpSpPr>
            <p:cNvPr id="23" name="Group 22">
              <a:extLst>
                <a:ext uri="{FF2B5EF4-FFF2-40B4-BE49-F238E27FC236}">
                  <a16:creationId xmlns:a16="http://schemas.microsoft.com/office/drawing/2014/main" id="{B6302B80-DDF6-B2B7-6559-5B19EDC98763}"/>
                </a:ext>
              </a:extLst>
            </p:cNvPr>
            <p:cNvGrpSpPr/>
            <p:nvPr userDrawn="1"/>
          </p:nvGrpSpPr>
          <p:grpSpPr>
            <a:xfrm>
              <a:off x="1698171" y="691024"/>
              <a:ext cx="4269018" cy="3187700"/>
              <a:chOff x="1466850" y="380320"/>
              <a:chExt cx="4493564" cy="3355370"/>
            </a:xfrm>
          </p:grpSpPr>
          <p:sp>
            <p:nvSpPr>
              <p:cNvPr id="28" name="Rectangle 27">
                <a:extLst>
                  <a:ext uri="{FF2B5EF4-FFF2-40B4-BE49-F238E27FC236}">
                    <a16:creationId xmlns:a16="http://schemas.microsoft.com/office/drawing/2014/main" id="{81CCE774-3C05-A473-EC2B-CC0477DD95B7}"/>
                  </a:ext>
                </a:extLst>
              </p:cNvPr>
              <p:cNvSpPr/>
              <p:nvPr userDrawn="1"/>
            </p:nvSpPr>
            <p:spPr>
              <a:xfrm>
                <a:off x="1466850" y="875619"/>
                <a:ext cx="4493564" cy="2860071"/>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F2119DFF-8596-5767-9E16-1F5D2A0890B0}"/>
                  </a:ext>
                </a:extLst>
              </p:cNvPr>
              <p:cNvSpPr/>
              <p:nvPr userDrawn="1"/>
            </p:nvSpPr>
            <p:spPr>
              <a:xfrm>
                <a:off x="1466850" y="380320"/>
                <a:ext cx="4493564" cy="49530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4" name="Group 23">
              <a:extLst>
                <a:ext uri="{FF2B5EF4-FFF2-40B4-BE49-F238E27FC236}">
                  <a16:creationId xmlns:a16="http://schemas.microsoft.com/office/drawing/2014/main" id="{66202FE4-E23F-5D9F-6685-2591771D5E07}"/>
                </a:ext>
              </a:extLst>
            </p:cNvPr>
            <p:cNvGrpSpPr/>
            <p:nvPr userDrawn="1"/>
          </p:nvGrpSpPr>
          <p:grpSpPr>
            <a:xfrm>
              <a:off x="1839686" y="815293"/>
              <a:ext cx="810985" cy="212272"/>
              <a:chOff x="1883229" y="800099"/>
              <a:chExt cx="810985" cy="212272"/>
            </a:xfrm>
          </p:grpSpPr>
          <p:sp>
            <p:nvSpPr>
              <p:cNvPr id="25" name="Oval 24">
                <a:extLst>
                  <a:ext uri="{FF2B5EF4-FFF2-40B4-BE49-F238E27FC236}">
                    <a16:creationId xmlns:a16="http://schemas.microsoft.com/office/drawing/2014/main" id="{F1CC1965-068E-9CDB-3C77-0B37519DC63E}"/>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75490BAC-795F-B586-F7A7-4DFB64162F77}"/>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F93C3DAB-2ED3-29C3-4C46-70C1FE5C77D0}"/>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30" name="Title 1">
            <a:extLst>
              <a:ext uri="{FF2B5EF4-FFF2-40B4-BE49-F238E27FC236}">
                <a16:creationId xmlns:a16="http://schemas.microsoft.com/office/drawing/2014/main" id="{85C02728-7F58-1ED1-7B84-326CE837DE29}"/>
              </a:ext>
            </a:extLst>
          </p:cNvPr>
          <p:cNvSpPr>
            <a:spLocks noGrp="1"/>
          </p:cNvSpPr>
          <p:nvPr>
            <p:ph type="title" hasCustomPrompt="1"/>
          </p:nvPr>
        </p:nvSpPr>
        <p:spPr>
          <a:xfrm>
            <a:off x="381000" y="3077710"/>
            <a:ext cx="4269017" cy="2109186"/>
          </a:xfrm>
        </p:spPr>
        <p:txBody>
          <a:bodyPr/>
          <a:lstStyle>
            <a:lvl1pPr algn="ctr">
              <a:defRPr sz="3200"/>
            </a:lvl1pPr>
          </a:lstStyle>
          <a:p>
            <a:r>
              <a:rPr lang="en-US" dirty="0"/>
              <a:t>Click to add title</a:t>
            </a:r>
          </a:p>
        </p:txBody>
      </p:sp>
      <p:grpSp>
        <p:nvGrpSpPr>
          <p:cNvPr id="32" name="Group 31">
            <a:extLst>
              <a:ext uri="{FF2B5EF4-FFF2-40B4-BE49-F238E27FC236}">
                <a16:creationId xmlns:a16="http://schemas.microsoft.com/office/drawing/2014/main" id="{723D7900-A764-0B16-7BED-F9EBD836AC98}"/>
              </a:ext>
              <a:ext uri="{C183D7F6-B498-43B3-948B-1728B52AA6E4}">
                <adec:decorative xmlns:adec="http://schemas.microsoft.com/office/drawing/2017/decorative" val="1"/>
              </a:ext>
            </a:extLst>
          </p:cNvPr>
          <p:cNvGrpSpPr/>
          <p:nvPr userDrawn="1"/>
        </p:nvGrpSpPr>
        <p:grpSpPr>
          <a:xfrm>
            <a:off x="4934496" y="731509"/>
            <a:ext cx="6876503" cy="4739070"/>
            <a:chOff x="1698171" y="691024"/>
            <a:chExt cx="6876503" cy="4739070"/>
          </a:xfrm>
        </p:grpSpPr>
        <p:grpSp>
          <p:nvGrpSpPr>
            <p:cNvPr id="33" name="Group 32">
              <a:extLst>
                <a:ext uri="{FF2B5EF4-FFF2-40B4-BE49-F238E27FC236}">
                  <a16:creationId xmlns:a16="http://schemas.microsoft.com/office/drawing/2014/main" id="{C0DAD512-E415-2CBA-7F91-C6B058A5ADBD}"/>
                </a:ext>
              </a:extLst>
            </p:cNvPr>
            <p:cNvGrpSpPr/>
            <p:nvPr userDrawn="1"/>
          </p:nvGrpSpPr>
          <p:grpSpPr>
            <a:xfrm>
              <a:off x="1698171" y="691024"/>
              <a:ext cx="6876503" cy="4739070"/>
              <a:chOff x="1466850" y="380320"/>
              <a:chExt cx="7238199" cy="4988342"/>
            </a:xfrm>
          </p:grpSpPr>
          <p:sp>
            <p:nvSpPr>
              <p:cNvPr id="38" name="Rectangle 37">
                <a:extLst>
                  <a:ext uri="{FF2B5EF4-FFF2-40B4-BE49-F238E27FC236}">
                    <a16:creationId xmlns:a16="http://schemas.microsoft.com/office/drawing/2014/main" id="{921D068B-EDAE-2B09-0C52-3807110CD594}"/>
                  </a:ext>
                </a:extLst>
              </p:cNvPr>
              <p:cNvSpPr/>
              <p:nvPr userDrawn="1"/>
            </p:nvSpPr>
            <p:spPr>
              <a:xfrm>
                <a:off x="1466850" y="875621"/>
                <a:ext cx="7238199" cy="4493041"/>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6825F6B8-7F31-9F6F-6F40-4446D62B0C09}"/>
                  </a:ext>
                </a:extLst>
              </p:cNvPr>
              <p:cNvSpPr/>
              <p:nvPr userDrawn="1"/>
            </p:nvSpPr>
            <p:spPr>
              <a:xfrm>
                <a:off x="1466850" y="380320"/>
                <a:ext cx="7238199"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4" name="Group 33">
              <a:extLst>
                <a:ext uri="{FF2B5EF4-FFF2-40B4-BE49-F238E27FC236}">
                  <a16:creationId xmlns:a16="http://schemas.microsoft.com/office/drawing/2014/main" id="{7110B156-7097-18AF-109C-9129C1D27D5C}"/>
                </a:ext>
              </a:extLst>
            </p:cNvPr>
            <p:cNvGrpSpPr/>
            <p:nvPr userDrawn="1"/>
          </p:nvGrpSpPr>
          <p:grpSpPr>
            <a:xfrm>
              <a:off x="1839686" y="815293"/>
              <a:ext cx="810985" cy="212272"/>
              <a:chOff x="1883229" y="800099"/>
              <a:chExt cx="810985" cy="212272"/>
            </a:xfrm>
          </p:grpSpPr>
          <p:sp>
            <p:nvSpPr>
              <p:cNvPr id="35" name="Oval 34">
                <a:extLst>
                  <a:ext uri="{FF2B5EF4-FFF2-40B4-BE49-F238E27FC236}">
                    <a16:creationId xmlns:a16="http://schemas.microsoft.com/office/drawing/2014/main" id="{868629EE-2788-3490-B87C-FE2A00069885}"/>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a:extLst>
                  <a:ext uri="{FF2B5EF4-FFF2-40B4-BE49-F238E27FC236}">
                    <a16:creationId xmlns:a16="http://schemas.microsoft.com/office/drawing/2014/main" id="{BD13927A-0814-22EA-70B1-CD822828F18E}"/>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7BEDD65C-96D1-E6E2-62CE-14973E1DB1B4}"/>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4" name="Table Placeholder 3">
            <a:extLst>
              <a:ext uri="{FF2B5EF4-FFF2-40B4-BE49-F238E27FC236}">
                <a16:creationId xmlns:a16="http://schemas.microsoft.com/office/drawing/2014/main" id="{18AADC3C-8146-4144-3ABA-28E1B1F4AADD}"/>
              </a:ext>
            </a:extLst>
          </p:cNvPr>
          <p:cNvSpPr>
            <a:spLocks noGrp="1"/>
          </p:cNvSpPr>
          <p:nvPr>
            <p:ph type="tbl" sz="quarter" idx="10"/>
          </p:nvPr>
        </p:nvSpPr>
        <p:spPr>
          <a:xfrm>
            <a:off x="4934493" y="1202058"/>
            <a:ext cx="6876504" cy="4270248"/>
          </a:xfrm>
        </p:spPr>
        <p:txBody>
          <a:bodyPr/>
          <a:lstStyle/>
          <a:p>
            <a:r>
              <a:rPr lang="en-US"/>
              <a:t>Click icon to add table</a:t>
            </a:r>
            <a:endParaRPr lang="en-US" dirty="0"/>
          </a:p>
        </p:txBody>
      </p:sp>
      <p:pic>
        <p:nvPicPr>
          <p:cNvPr id="6" name="Graphic 5">
            <a:extLst>
              <a:ext uri="{FF2B5EF4-FFF2-40B4-BE49-F238E27FC236}">
                <a16:creationId xmlns:a16="http://schemas.microsoft.com/office/drawing/2014/main" id="{C6DD2ED3-A6F4-FD7E-59F8-1FAE8FBBAC17}"/>
              </a:ext>
              <a:ext uri="{C183D7F6-B498-43B3-948B-1728B52AA6E4}">
                <adec:decorative xmlns:adec="http://schemas.microsoft.com/office/drawing/2017/decorative" val="1"/>
              </a:ext>
            </a:extLst>
          </p:cNvPr>
          <p:cNvPicPr>
            <a:picLocks noChangeAspect="1"/>
          </p:cNvPicPr>
          <p:nvPr userDrawn="1"/>
        </p:nvPicPr>
        <p:blipFill rotWithShape="1">
          <a:blip cstate="hqprint">
            <a:extLst>
              <a:ext uri="{28A0092B-C50C-407E-A947-70E740481C1C}">
                <a14:useLocalDpi xmlns:a14="http://schemas.microsoft.com/office/drawing/2010/main"/>
              </a:ext>
              <a:ext uri="{96DAC541-7B7A-43D3-8B79-37D633B846F1}">
                <asvg:svgBlip xmlns:asvg="http://schemas.microsoft.com/office/drawing/2016/SVG/main" r:embed="rId2"/>
              </a:ext>
            </a:extLst>
          </a:blip>
          <a:srcRect r="15256"/>
          <a:stretch/>
        </p:blipFill>
        <p:spPr>
          <a:xfrm rot="16200000">
            <a:off x="1495710" y="-1028662"/>
            <a:ext cx="2029124" cy="4086444"/>
          </a:xfrm>
          <a:prstGeom prst="rect">
            <a:avLst/>
          </a:prstGeom>
        </p:spPr>
      </p:pic>
      <p:sp>
        <p:nvSpPr>
          <p:cNvPr id="40" name="Rectangle 39">
            <a:extLst>
              <a:ext uri="{FF2B5EF4-FFF2-40B4-BE49-F238E27FC236}">
                <a16:creationId xmlns:a16="http://schemas.microsoft.com/office/drawing/2014/main" id="{8D3D389B-1A71-78E3-E524-47DEFE36F4F5}"/>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1" name="Straight Connector 40">
            <a:extLst>
              <a:ext uri="{FF2B5EF4-FFF2-40B4-BE49-F238E27FC236}">
                <a16:creationId xmlns:a16="http://schemas.microsoft.com/office/drawing/2014/main" id="{63E7AF89-C0F4-4BB7-8B68-933CBF0B3839}"/>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Date Placeholder 3">
            <a:extLst>
              <a:ext uri="{FF2B5EF4-FFF2-40B4-BE49-F238E27FC236}">
                <a16:creationId xmlns:a16="http://schemas.microsoft.com/office/drawing/2014/main" id="{17933C8A-8E9F-F250-DAB7-5B1C82537C7F}"/>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4/13/2026</a:t>
            </a:fld>
            <a:endParaRPr lang="en-US" dirty="0"/>
          </a:p>
        </p:txBody>
      </p:sp>
      <p:pic>
        <p:nvPicPr>
          <p:cNvPr id="43" name="Graphic 42">
            <a:extLst>
              <a:ext uri="{FF2B5EF4-FFF2-40B4-BE49-F238E27FC236}">
                <a16:creationId xmlns:a16="http://schemas.microsoft.com/office/drawing/2014/main" id="{824FC607-995F-898A-B4E2-47161383123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542011" y="6405154"/>
            <a:ext cx="274320" cy="274320"/>
          </a:xfrm>
          <a:prstGeom prst="rect">
            <a:avLst/>
          </a:prstGeom>
        </p:spPr>
      </p:pic>
      <p:pic>
        <p:nvPicPr>
          <p:cNvPr id="44" name="Graphic 43">
            <a:extLst>
              <a:ext uri="{FF2B5EF4-FFF2-40B4-BE49-F238E27FC236}">
                <a16:creationId xmlns:a16="http://schemas.microsoft.com/office/drawing/2014/main" id="{2D6615CA-D60B-84EA-CBF6-70186E3CF67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9168948" y="6405154"/>
            <a:ext cx="274320" cy="274320"/>
          </a:xfrm>
          <a:prstGeom prst="rect">
            <a:avLst/>
          </a:prstGeom>
        </p:spPr>
      </p:pic>
      <p:pic>
        <p:nvPicPr>
          <p:cNvPr id="45" name="Graphic 44">
            <a:extLst>
              <a:ext uri="{FF2B5EF4-FFF2-40B4-BE49-F238E27FC236}">
                <a16:creationId xmlns:a16="http://schemas.microsoft.com/office/drawing/2014/main" id="{88C02DF0-EBE4-4C6F-CE9A-61B39F1F7A18}"/>
              </a:ext>
              <a:ext uri="{C183D7F6-B498-43B3-948B-1728B52AA6E4}">
                <adec:decorative xmlns:adec="http://schemas.microsoft.com/office/drawing/2017/decorative" val="1"/>
              </a:ext>
            </a:extLst>
          </p:cNvPr>
          <p:cNvPicPr>
            <a:picLocks noChangeAspect="1"/>
          </p:cNvPicPr>
          <p:nvPr userDrawn="1"/>
        </p:nvPicPr>
        <p:blipFill rotWithShape="1">
          <a:blip cstate="hqprint">
            <a:extLst>
              <a:ext uri="{28A0092B-C50C-407E-A947-70E740481C1C}">
                <a14:useLocalDpi xmlns:a14="http://schemas.microsoft.com/office/drawing/2010/main"/>
              </a:ext>
              <a:ext uri="{96DAC541-7B7A-43D3-8B79-37D633B846F1}">
                <asvg:svgBlip xmlns:asvg="http://schemas.microsoft.com/office/drawing/2016/SVG/main" r:embed="rId5"/>
              </a:ext>
            </a:extLst>
          </a:blip>
          <a:srcRect l="13558" t="13558" r="13558" b="13558"/>
          <a:stretch/>
        </p:blipFill>
        <p:spPr>
          <a:xfrm>
            <a:off x="8795884" y="6405154"/>
            <a:ext cx="274320" cy="274320"/>
          </a:xfrm>
          <a:prstGeom prst="rect">
            <a:avLst/>
          </a:prstGeom>
        </p:spPr>
      </p:pic>
      <p:sp>
        <p:nvSpPr>
          <p:cNvPr id="46" name="Slide Number Placeholder 5">
            <a:extLst>
              <a:ext uri="{FF2B5EF4-FFF2-40B4-BE49-F238E27FC236}">
                <a16:creationId xmlns:a16="http://schemas.microsoft.com/office/drawing/2014/main" id="{AFEE4071-4B5B-AFB4-B178-D09387257FA2}"/>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47" name="Rectangle 46">
            <a:extLst>
              <a:ext uri="{FF2B5EF4-FFF2-40B4-BE49-F238E27FC236}">
                <a16:creationId xmlns:a16="http://schemas.microsoft.com/office/drawing/2014/main" id="{F3023153-9A4E-D9D3-6DE0-2D3EA610BB11}"/>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42275210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
    <p:spTree>
      <p:nvGrpSpPr>
        <p:cNvPr id="1" name=""/>
        <p:cNvGrpSpPr/>
        <p:nvPr/>
      </p:nvGrpSpPr>
      <p:grpSpPr>
        <a:xfrm>
          <a:off x="0" y="0"/>
          <a:ext cx="0" cy="0"/>
          <a:chOff x="0" y="0"/>
          <a:chExt cx="0" cy="0"/>
        </a:xfrm>
      </p:grpSpPr>
      <p:sp>
        <p:nvSpPr>
          <p:cNvPr id="61" name="Rectangle: Rounded Corners 60">
            <a:extLst>
              <a:ext uri="{FF2B5EF4-FFF2-40B4-BE49-F238E27FC236}">
                <a16:creationId xmlns:a16="http://schemas.microsoft.com/office/drawing/2014/main" id="{85477807-ECB9-BBC9-E832-2FE89AC328DD}"/>
              </a:ext>
              <a:ext uri="{C183D7F6-B498-43B3-948B-1728B52AA6E4}">
                <adec:decorative xmlns:adec="http://schemas.microsoft.com/office/drawing/2017/decorative" val="1"/>
              </a:ext>
            </a:extLst>
          </p:cNvPr>
          <p:cNvSpPr/>
          <p:nvPr userDrawn="1"/>
        </p:nvSpPr>
        <p:spPr>
          <a:xfrm>
            <a:off x="336550" y="327025"/>
            <a:ext cx="11518900" cy="5561466"/>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964746" y="327023"/>
            <a:ext cx="5931354" cy="5561465"/>
          </a:xfrm>
        </p:spPr>
        <p:txBody>
          <a:bodyPr vert="horz" lIns="91440" tIns="45720" rIns="91440" bIns="45720" rtlCol="0" anchor="ctr">
            <a:noAutofit/>
          </a:bodyPr>
          <a:lstStyle>
            <a:lvl1pPr algn="ctr">
              <a:defRPr lang="en-US" sz="6000" dirty="0"/>
            </a:lvl1pPr>
          </a:lstStyle>
          <a:p>
            <a:pPr lvl="0" algn="ctr"/>
            <a:r>
              <a:rPr lang="en-US" dirty="0"/>
              <a:t>Click to add title</a:t>
            </a:r>
          </a:p>
        </p:txBody>
      </p:sp>
      <p:grpSp>
        <p:nvGrpSpPr>
          <p:cNvPr id="5" name="Group 4">
            <a:extLst>
              <a:ext uri="{FF2B5EF4-FFF2-40B4-BE49-F238E27FC236}">
                <a16:creationId xmlns:a16="http://schemas.microsoft.com/office/drawing/2014/main" id="{FB66CFD9-87C8-0968-9FB0-CF7AE4F612F0}"/>
              </a:ext>
              <a:ext uri="{C183D7F6-B498-43B3-948B-1728B52AA6E4}">
                <adec:decorative xmlns:adec="http://schemas.microsoft.com/office/drawing/2017/decorative" val="1"/>
              </a:ext>
            </a:extLst>
          </p:cNvPr>
          <p:cNvGrpSpPr/>
          <p:nvPr userDrawn="1"/>
        </p:nvGrpSpPr>
        <p:grpSpPr>
          <a:xfrm>
            <a:off x="7575684" y="1200589"/>
            <a:ext cx="3365366" cy="3804114"/>
            <a:chOff x="1698171" y="691024"/>
            <a:chExt cx="3365366" cy="3804114"/>
          </a:xfrm>
        </p:grpSpPr>
        <p:grpSp>
          <p:nvGrpSpPr>
            <p:cNvPr id="7" name="Group 6">
              <a:extLst>
                <a:ext uri="{FF2B5EF4-FFF2-40B4-BE49-F238E27FC236}">
                  <a16:creationId xmlns:a16="http://schemas.microsoft.com/office/drawing/2014/main" id="{5571AD75-22F7-E387-8455-0EE6231C2AA8}"/>
                </a:ext>
              </a:extLst>
            </p:cNvPr>
            <p:cNvGrpSpPr/>
            <p:nvPr userDrawn="1"/>
          </p:nvGrpSpPr>
          <p:grpSpPr>
            <a:xfrm>
              <a:off x="1698171" y="691024"/>
              <a:ext cx="3365366" cy="3804114"/>
              <a:chOff x="1466850" y="380320"/>
              <a:chExt cx="3542380" cy="4004209"/>
            </a:xfrm>
          </p:grpSpPr>
          <p:sp>
            <p:nvSpPr>
              <p:cNvPr id="25" name="Rectangle 24">
                <a:extLst>
                  <a:ext uri="{FF2B5EF4-FFF2-40B4-BE49-F238E27FC236}">
                    <a16:creationId xmlns:a16="http://schemas.microsoft.com/office/drawing/2014/main" id="{14EBD37B-479C-8610-9921-3DD1D3B53203}"/>
                  </a:ext>
                </a:extLst>
              </p:cNvPr>
              <p:cNvSpPr/>
              <p:nvPr userDrawn="1"/>
            </p:nvSpPr>
            <p:spPr>
              <a:xfrm>
                <a:off x="1466850" y="875620"/>
                <a:ext cx="3542380" cy="3508909"/>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EE9DA007-4D12-4E50-8A2A-BFEB557D2755}"/>
                  </a:ext>
                </a:extLst>
              </p:cNvPr>
              <p:cNvSpPr/>
              <p:nvPr userDrawn="1"/>
            </p:nvSpPr>
            <p:spPr>
              <a:xfrm>
                <a:off x="1466850" y="380320"/>
                <a:ext cx="3542380"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9" name="Group 8">
              <a:extLst>
                <a:ext uri="{FF2B5EF4-FFF2-40B4-BE49-F238E27FC236}">
                  <a16:creationId xmlns:a16="http://schemas.microsoft.com/office/drawing/2014/main" id="{43696F41-7A57-6A71-48E0-57DC0FD1F45D}"/>
                </a:ext>
              </a:extLst>
            </p:cNvPr>
            <p:cNvGrpSpPr/>
            <p:nvPr userDrawn="1"/>
          </p:nvGrpSpPr>
          <p:grpSpPr>
            <a:xfrm>
              <a:off x="1839686" y="815293"/>
              <a:ext cx="810985" cy="212272"/>
              <a:chOff x="1883229" y="800099"/>
              <a:chExt cx="810985" cy="212272"/>
            </a:xfrm>
          </p:grpSpPr>
          <p:sp>
            <p:nvSpPr>
              <p:cNvPr id="10" name="Oval 9">
                <a:extLst>
                  <a:ext uri="{FF2B5EF4-FFF2-40B4-BE49-F238E27FC236}">
                    <a16:creationId xmlns:a16="http://schemas.microsoft.com/office/drawing/2014/main" id="{29B518BB-BA01-734C-8F35-C569614E32EE}"/>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20CA477C-B13C-EF0B-F67F-CF0F4D703D69}"/>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5ADDCC6C-0428-0F66-95AF-F34D60323CEB}"/>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7717199" y="1788339"/>
            <a:ext cx="3103201" cy="3092539"/>
          </a:xfrm>
        </p:spPr>
        <p:txBody>
          <a:bodyPr tIns="0" bIns="0" anchor="ctr"/>
          <a:lstStyle>
            <a:lvl1pPr marL="342900" indent="-342900">
              <a:lnSpc>
                <a:spcPct val="150000"/>
              </a:lnSpc>
              <a:buFont typeface="Arial" panose="020B0604020202020204" pitchFamily="34" charset="0"/>
              <a:buChar char="•"/>
              <a:defRPr sz="18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en-US"/>
              <a:t>Click to edit Master text styles</a:t>
            </a:r>
          </a:p>
        </p:txBody>
      </p:sp>
      <p:sp>
        <p:nvSpPr>
          <p:cNvPr id="4" name="Rectangle 3">
            <a:extLst>
              <a:ext uri="{FF2B5EF4-FFF2-40B4-BE49-F238E27FC236}">
                <a16:creationId xmlns:a16="http://schemas.microsoft.com/office/drawing/2014/main" id="{5B5DDDB5-9047-790A-C8B0-D67E44B72323}"/>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E29A5963-0FEC-D9BF-54CB-A3D6D118AF49}"/>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Date Placeholder 3">
            <a:extLst>
              <a:ext uri="{FF2B5EF4-FFF2-40B4-BE49-F238E27FC236}">
                <a16:creationId xmlns:a16="http://schemas.microsoft.com/office/drawing/2014/main" id="{427DBEC2-F0F7-1E8A-EDBA-2EB379509666}"/>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4/13/2026</a:t>
            </a:fld>
            <a:endParaRPr lang="en-US" dirty="0"/>
          </a:p>
        </p:txBody>
      </p:sp>
      <p:pic>
        <p:nvPicPr>
          <p:cNvPr id="11" name="Graphic 10">
            <a:extLst>
              <a:ext uri="{FF2B5EF4-FFF2-40B4-BE49-F238E27FC236}">
                <a16:creationId xmlns:a16="http://schemas.microsoft.com/office/drawing/2014/main" id="{3947C04A-7458-C36D-EE89-0C1F41AF32B2}"/>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9542011" y="6405154"/>
            <a:ext cx="274320" cy="274320"/>
          </a:xfrm>
          <a:prstGeom prst="rect">
            <a:avLst/>
          </a:prstGeom>
        </p:spPr>
      </p:pic>
      <p:pic>
        <p:nvPicPr>
          <p:cNvPr id="12" name="Graphic 11">
            <a:extLst>
              <a:ext uri="{FF2B5EF4-FFF2-40B4-BE49-F238E27FC236}">
                <a16:creationId xmlns:a16="http://schemas.microsoft.com/office/drawing/2014/main" id="{CC13B35D-F747-92EE-37C0-27E1CA8B5873}"/>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168948" y="6405154"/>
            <a:ext cx="274320" cy="274320"/>
          </a:xfrm>
          <a:prstGeom prst="rect">
            <a:avLst/>
          </a:prstGeom>
        </p:spPr>
      </p:pic>
      <p:pic>
        <p:nvPicPr>
          <p:cNvPr id="13" name="Graphic 12">
            <a:extLst>
              <a:ext uri="{FF2B5EF4-FFF2-40B4-BE49-F238E27FC236}">
                <a16:creationId xmlns:a16="http://schemas.microsoft.com/office/drawing/2014/main" id="{5DD40548-01E2-C4C3-74D5-E53F4A1C3942}"/>
              </a:ext>
              <a:ext uri="{C183D7F6-B498-43B3-948B-1728B52AA6E4}">
                <adec:decorative xmlns:adec="http://schemas.microsoft.com/office/drawing/2017/decorative" val="1"/>
              </a:ext>
            </a:extLst>
          </p:cNvPr>
          <p:cNvPicPr>
            <a:picLocks noChangeAspect="1"/>
          </p:cNvPicPr>
          <p:nvPr userDrawn="1"/>
        </p:nvPicPr>
        <p:blipFill rotWithShape="1">
          <a:blip cstate="hqprint">
            <a:extLst>
              <a:ext uri="{28A0092B-C50C-407E-A947-70E740481C1C}">
                <a14:useLocalDpi xmlns:a14="http://schemas.microsoft.com/office/drawing/2010/main"/>
              </a:ext>
              <a:ext uri="{96DAC541-7B7A-43D3-8B79-37D633B846F1}">
                <asvg:svgBlip xmlns:asvg="http://schemas.microsoft.com/office/drawing/2016/SVG/main" r:embed="rId4"/>
              </a:ext>
            </a:extLst>
          </a:blip>
          <a:srcRect l="13558" t="13558" r="13558" b="13558"/>
          <a:stretch/>
        </p:blipFill>
        <p:spPr>
          <a:xfrm>
            <a:off x="8795884" y="6405154"/>
            <a:ext cx="274320" cy="274320"/>
          </a:xfrm>
          <a:prstGeom prst="rect">
            <a:avLst/>
          </a:prstGeom>
        </p:spPr>
      </p:pic>
      <p:sp>
        <p:nvSpPr>
          <p:cNvPr id="14" name="Slide Number Placeholder 5">
            <a:extLst>
              <a:ext uri="{FF2B5EF4-FFF2-40B4-BE49-F238E27FC236}">
                <a16:creationId xmlns:a16="http://schemas.microsoft.com/office/drawing/2014/main" id="{F021946D-D90D-3F7E-3E92-78C7E120AFF5}"/>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27" name="Rectangle 26">
            <a:extLst>
              <a:ext uri="{FF2B5EF4-FFF2-40B4-BE49-F238E27FC236}">
                <a16:creationId xmlns:a16="http://schemas.microsoft.com/office/drawing/2014/main" id="{3797D881-DBBF-010E-A63C-99B4B0D412AA}"/>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40920577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pSp>
        <p:nvGrpSpPr>
          <p:cNvPr id="8" name="Graphic 4">
            <a:extLst>
              <a:ext uri="{FF2B5EF4-FFF2-40B4-BE49-F238E27FC236}">
                <a16:creationId xmlns:a16="http://schemas.microsoft.com/office/drawing/2014/main" id="{5C92998A-0580-8711-F2CD-BA025D3B492D}"/>
              </a:ext>
              <a:ext uri="{C183D7F6-B498-43B3-948B-1728B52AA6E4}">
                <adec:decorative xmlns:adec="http://schemas.microsoft.com/office/drawing/2017/decorative" val="1"/>
              </a:ext>
            </a:extLst>
          </p:cNvPr>
          <p:cNvGrpSpPr/>
          <p:nvPr/>
        </p:nvGrpSpPr>
        <p:grpSpPr>
          <a:xfrm>
            <a:off x="9573457" y="3490004"/>
            <a:ext cx="2760781" cy="2636487"/>
            <a:chOff x="9757762" y="3673334"/>
            <a:chExt cx="2760781" cy="2636487"/>
          </a:xfrm>
          <a:solidFill>
            <a:schemeClr val="bg1">
              <a:alpha val="50000"/>
            </a:schemeClr>
          </a:solidFill>
        </p:grpSpPr>
        <p:sp>
          <p:nvSpPr>
            <p:cNvPr id="9" name="Freeform: Shape 8">
              <a:extLst>
                <a:ext uri="{FF2B5EF4-FFF2-40B4-BE49-F238E27FC236}">
                  <a16:creationId xmlns:a16="http://schemas.microsoft.com/office/drawing/2014/main" id="{309E8E44-AD09-0DCB-79DA-F363143EB715}"/>
                </a:ext>
              </a:extLst>
            </p:cNvPr>
            <p:cNvSpPr/>
            <p:nvPr/>
          </p:nvSpPr>
          <p:spPr>
            <a:xfrm>
              <a:off x="9757762" y="3673334"/>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F0C32798-3973-1B39-EA92-336F776B7AA7}"/>
                </a:ext>
              </a:extLst>
            </p:cNvPr>
            <p:cNvSpPr/>
            <p:nvPr/>
          </p:nvSpPr>
          <p:spPr>
            <a:xfrm>
              <a:off x="10777316" y="3673334"/>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5" y="503602"/>
                    <a:pt x="0" y="390867"/>
                    <a:pt x="0" y="251801"/>
                  </a:cubicBezTo>
                  <a:cubicBezTo>
                    <a:pt x="0" y="112735"/>
                    <a:pt x="112735"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6F2D963B-D621-02DD-1619-684F4DC91490}"/>
                </a:ext>
              </a:extLst>
            </p:cNvPr>
            <p:cNvSpPr/>
            <p:nvPr/>
          </p:nvSpPr>
          <p:spPr>
            <a:xfrm>
              <a:off x="11796885" y="3673334"/>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E491E75D-715D-B554-6983-B8D0F0FF7ECE}"/>
                </a:ext>
              </a:extLst>
            </p:cNvPr>
            <p:cNvSpPr/>
            <p:nvPr/>
          </p:nvSpPr>
          <p:spPr>
            <a:xfrm>
              <a:off x="9757762" y="4731130"/>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80BE3828-09E2-3B37-DAF2-0F1EF6FBB447}"/>
                </a:ext>
              </a:extLst>
            </p:cNvPr>
            <p:cNvSpPr/>
            <p:nvPr/>
          </p:nvSpPr>
          <p:spPr>
            <a:xfrm>
              <a:off x="10777316" y="4731130"/>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5" y="503602"/>
                    <a:pt x="0" y="390867"/>
                    <a:pt x="0" y="251801"/>
                  </a:cubicBezTo>
                  <a:cubicBezTo>
                    <a:pt x="0" y="112735"/>
                    <a:pt x="112735"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11BD5FBB-6BCD-9E17-CA4C-DA3621F258BF}"/>
                </a:ext>
              </a:extLst>
            </p:cNvPr>
            <p:cNvSpPr/>
            <p:nvPr/>
          </p:nvSpPr>
          <p:spPr>
            <a:xfrm>
              <a:off x="11796885" y="4731130"/>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20" name="Freeform: Shape 19">
              <a:extLst>
                <a:ext uri="{FF2B5EF4-FFF2-40B4-BE49-F238E27FC236}">
                  <a16:creationId xmlns:a16="http://schemas.microsoft.com/office/drawing/2014/main" id="{64AD5227-34EB-06BB-7D33-8014F2DE4711}"/>
                </a:ext>
              </a:extLst>
            </p:cNvPr>
            <p:cNvSpPr/>
            <p:nvPr/>
          </p:nvSpPr>
          <p:spPr>
            <a:xfrm>
              <a:off x="9757762" y="5788920"/>
              <a:ext cx="503603" cy="503606"/>
            </a:xfrm>
            <a:custGeom>
              <a:avLst/>
              <a:gdLst>
                <a:gd name="connsiteX0" fmla="*/ 0 w 503603"/>
                <a:gd name="connsiteY0" fmla="*/ 251798 h 503606"/>
                <a:gd name="connsiteX1" fmla="*/ 251802 w 503603"/>
                <a:gd name="connsiteY1" fmla="*/ 0 h 503606"/>
                <a:gd name="connsiteX2" fmla="*/ 503604 w 503603"/>
                <a:gd name="connsiteY2" fmla="*/ 251798 h 503606"/>
                <a:gd name="connsiteX3" fmla="*/ 251802 w 503603"/>
                <a:gd name="connsiteY3" fmla="*/ 503606 h 503606"/>
                <a:gd name="connsiteX4" fmla="*/ 0 w 503603"/>
                <a:gd name="connsiteY4" fmla="*/ 251798 h 50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6">
                  <a:moveTo>
                    <a:pt x="0" y="251798"/>
                  </a:moveTo>
                  <a:cubicBezTo>
                    <a:pt x="0" y="112736"/>
                    <a:pt x="112737" y="0"/>
                    <a:pt x="251802" y="0"/>
                  </a:cubicBezTo>
                  <a:cubicBezTo>
                    <a:pt x="390867" y="0"/>
                    <a:pt x="503604" y="112736"/>
                    <a:pt x="503604" y="251798"/>
                  </a:cubicBezTo>
                  <a:cubicBezTo>
                    <a:pt x="503604" y="390859"/>
                    <a:pt x="390869" y="503606"/>
                    <a:pt x="251802" y="503606"/>
                  </a:cubicBezTo>
                  <a:cubicBezTo>
                    <a:pt x="112734" y="503606"/>
                    <a:pt x="0" y="390870"/>
                    <a:pt x="0" y="251798"/>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21" name="Freeform: Shape 20">
              <a:extLst>
                <a:ext uri="{FF2B5EF4-FFF2-40B4-BE49-F238E27FC236}">
                  <a16:creationId xmlns:a16="http://schemas.microsoft.com/office/drawing/2014/main" id="{8A22BFF6-8FC1-1C45-6065-DDBFC3366BC5}"/>
                </a:ext>
              </a:extLst>
            </p:cNvPr>
            <p:cNvSpPr/>
            <p:nvPr/>
          </p:nvSpPr>
          <p:spPr>
            <a:xfrm>
              <a:off x="10777320" y="5788920"/>
              <a:ext cx="503608" cy="503606"/>
            </a:xfrm>
            <a:custGeom>
              <a:avLst/>
              <a:gdLst>
                <a:gd name="connsiteX0" fmla="*/ 0 w 503608"/>
                <a:gd name="connsiteY0" fmla="*/ 251798 h 503606"/>
                <a:gd name="connsiteX1" fmla="*/ 251799 w 503608"/>
                <a:gd name="connsiteY1" fmla="*/ 0 h 503606"/>
                <a:gd name="connsiteX2" fmla="*/ 503608 w 503608"/>
                <a:gd name="connsiteY2" fmla="*/ 251798 h 503606"/>
                <a:gd name="connsiteX3" fmla="*/ 251799 w 503608"/>
                <a:gd name="connsiteY3" fmla="*/ 503606 h 503606"/>
                <a:gd name="connsiteX4" fmla="*/ 0 w 503608"/>
                <a:gd name="connsiteY4" fmla="*/ 251798 h 50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8" h="503606">
                  <a:moveTo>
                    <a:pt x="0" y="251798"/>
                  </a:moveTo>
                  <a:cubicBezTo>
                    <a:pt x="0" y="112736"/>
                    <a:pt x="112737" y="0"/>
                    <a:pt x="251799" y="0"/>
                  </a:cubicBezTo>
                  <a:cubicBezTo>
                    <a:pt x="390872" y="0"/>
                    <a:pt x="503608" y="112736"/>
                    <a:pt x="503608" y="251798"/>
                  </a:cubicBezTo>
                  <a:cubicBezTo>
                    <a:pt x="503608" y="390859"/>
                    <a:pt x="390872" y="503606"/>
                    <a:pt x="251799" y="503606"/>
                  </a:cubicBezTo>
                  <a:cubicBezTo>
                    <a:pt x="112737" y="503606"/>
                    <a:pt x="0" y="390870"/>
                    <a:pt x="0" y="251798"/>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A146F39A-3BE2-E627-E2A8-097C4BA7329F}"/>
                </a:ext>
              </a:extLst>
            </p:cNvPr>
            <p:cNvSpPr/>
            <p:nvPr/>
          </p:nvSpPr>
          <p:spPr>
            <a:xfrm>
              <a:off x="11796889" y="5788920"/>
              <a:ext cx="503608" cy="503606"/>
            </a:xfrm>
            <a:custGeom>
              <a:avLst/>
              <a:gdLst>
                <a:gd name="connsiteX0" fmla="*/ 0 w 503608"/>
                <a:gd name="connsiteY0" fmla="*/ 251798 h 503606"/>
                <a:gd name="connsiteX1" fmla="*/ 251799 w 503608"/>
                <a:gd name="connsiteY1" fmla="*/ 0 h 503606"/>
                <a:gd name="connsiteX2" fmla="*/ 503608 w 503608"/>
                <a:gd name="connsiteY2" fmla="*/ 251798 h 503606"/>
                <a:gd name="connsiteX3" fmla="*/ 251799 w 503608"/>
                <a:gd name="connsiteY3" fmla="*/ 503606 h 503606"/>
                <a:gd name="connsiteX4" fmla="*/ 0 w 503608"/>
                <a:gd name="connsiteY4" fmla="*/ 251798 h 50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8" h="503606">
                  <a:moveTo>
                    <a:pt x="0" y="251798"/>
                  </a:moveTo>
                  <a:cubicBezTo>
                    <a:pt x="0" y="112736"/>
                    <a:pt x="112737" y="0"/>
                    <a:pt x="251799" y="0"/>
                  </a:cubicBezTo>
                  <a:cubicBezTo>
                    <a:pt x="390872" y="0"/>
                    <a:pt x="503608" y="112736"/>
                    <a:pt x="503608" y="251798"/>
                  </a:cubicBezTo>
                  <a:cubicBezTo>
                    <a:pt x="503608" y="390859"/>
                    <a:pt x="390872" y="503606"/>
                    <a:pt x="251799" y="503606"/>
                  </a:cubicBezTo>
                  <a:cubicBezTo>
                    <a:pt x="112737" y="503606"/>
                    <a:pt x="0" y="390870"/>
                    <a:pt x="0" y="251798"/>
                  </a:cubicBezTo>
                  <a:close/>
                </a:path>
              </a:pathLst>
            </a:custGeom>
            <a:solidFill>
              <a:schemeClr val="bg1">
                <a:alpha val="50000"/>
              </a:schemeClr>
            </a:solidFill>
            <a:ln w="136180" cap="flat">
              <a:noFill/>
              <a:prstDash val="solid"/>
              <a:miter/>
            </a:ln>
          </p:spPr>
          <p:txBody>
            <a:bodyPr rtlCol="0" anchor="ctr"/>
            <a:lstStyle/>
            <a:p>
              <a:endParaRPr lang="en-US" dirty="0"/>
            </a:p>
          </p:txBody>
        </p:sp>
      </p:grpSp>
      <p:grpSp>
        <p:nvGrpSpPr>
          <p:cNvPr id="22" name="Group 21">
            <a:extLst>
              <a:ext uri="{FF2B5EF4-FFF2-40B4-BE49-F238E27FC236}">
                <a16:creationId xmlns:a16="http://schemas.microsoft.com/office/drawing/2014/main" id="{B8722D0A-E5E5-85E8-8A98-85D9705FC408}"/>
              </a:ext>
              <a:ext uri="{C183D7F6-B498-43B3-948B-1728B52AA6E4}">
                <adec:decorative xmlns:adec="http://schemas.microsoft.com/office/drawing/2017/decorative" val="1"/>
              </a:ext>
            </a:extLst>
          </p:cNvPr>
          <p:cNvGrpSpPr/>
          <p:nvPr userDrawn="1"/>
        </p:nvGrpSpPr>
        <p:grpSpPr>
          <a:xfrm>
            <a:off x="381000" y="2282879"/>
            <a:ext cx="4269018" cy="3187700"/>
            <a:chOff x="1698171" y="691024"/>
            <a:chExt cx="4269018" cy="3187700"/>
          </a:xfrm>
        </p:grpSpPr>
        <p:grpSp>
          <p:nvGrpSpPr>
            <p:cNvPr id="23" name="Group 22">
              <a:extLst>
                <a:ext uri="{FF2B5EF4-FFF2-40B4-BE49-F238E27FC236}">
                  <a16:creationId xmlns:a16="http://schemas.microsoft.com/office/drawing/2014/main" id="{B6302B80-DDF6-B2B7-6559-5B19EDC98763}"/>
                </a:ext>
              </a:extLst>
            </p:cNvPr>
            <p:cNvGrpSpPr/>
            <p:nvPr userDrawn="1"/>
          </p:nvGrpSpPr>
          <p:grpSpPr>
            <a:xfrm>
              <a:off x="1698171" y="691024"/>
              <a:ext cx="4269018" cy="3187700"/>
              <a:chOff x="1466850" y="380320"/>
              <a:chExt cx="4493564" cy="3355370"/>
            </a:xfrm>
          </p:grpSpPr>
          <p:sp>
            <p:nvSpPr>
              <p:cNvPr id="28" name="Rectangle 27">
                <a:extLst>
                  <a:ext uri="{FF2B5EF4-FFF2-40B4-BE49-F238E27FC236}">
                    <a16:creationId xmlns:a16="http://schemas.microsoft.com/office/drawing/2014/main" id="{81CCE774-3C05-A473-EC2B-CC0477DD95B7}"/>
                  </a:ext>
                </a:extLst>
              </p:cNvPr>
              <p:cNvSpPr/>
              <p:nvPr userDrawn="1"/>
            </p:nvSpPr>
            <p:spPr>
              <a:xfrm>
                <a:off x="1466850" y="875619"/>
                <a:ext cx="4493564" cy="2860071"/>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F2119DFF-8596-5767-9E16-1F5D2A0890B0}"/>
                  </a:ext>
                </a:extLst>
              </p:cNvPr>
              <p:cNvSpPr/>
              <p:nvPr userDrawn="1"/>
            </p:nvSpPr>
            <p:spPr>
              <a:xfrm>
                <a:off x="1466850" y="380320"/>
                <a:ext cx="4493564" cy="49530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4" name="Group 23">
              <a:extLst>
                <a:ext uri="{FF2B5EF4-FFF2-40B4-BE49-F238E27FC236}">
                  <a16:creationId xmlns:a16="http://schemas.microsoft.com/office/drawing/2014/main" id="{66202FE4-E23F-5D9F-6685-2591771D5E07}"/>
                </a:ext>
              </a:extLst>
            </p:cNvPr>
            <p:cNvGrpSpPr/>
            <p:nvPr userDrawn="1"/>
          </p:nvGrpSpPr>
          <p:grpSpPr>
            <a:xfrm>
              <a:off x="1839686" y="815293"/>
              <a:ext cx="810985" cy="212272"/>
              <a:chOff x="1883229" y="800099"/>
              <a:chExt cx="810985" cy="212272"/>
            </a:xfrm>
          </p:grpSpPr>
          <p:sp>
            <p:nvSpPr>
              <p:cNvPr id="25" name="Oval 24">
                <a:extLst>
                  <a:ext uri="{FF2B5EF4-FFF2-40B4-BE49-F238E27FC236}">
                    <a16:creationId xmlns:a16="http://schemas.microsoft.com/office/drawing/2014/main" id="{F1CC1965-068E-9CDB-3C77-0B37519DC63E}"/>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75490BAC-795F-B586-F7A7-4DFB64162F77}"/>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F93C3DAB-2ED3-29C3-4C46-70C1FE5C77D0}"/>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30" name="Title 1">
            <a:extLst>
              <a:ext uri="{FF2B5EF4-FFF2-40B4-BE49-F238E27FC236}">
                <a16:creationId xmlns:a16="http://schemas.microsoft.com/office/drawing/2014/main" id="{85C02728-7F58-1ED1-7B84-326CE837DE29}"/>
              </a:ext>
            </a:extLst>
          </p:cNvPr>
          <p:cNvSpPr>
            <a:spLocks noGrp="1"/>
          </p:cNvSpPr>
          <p:nvPr>
            <p:ph type="title" hasCustomPrompt="1"/>
          </p:nvPr>
        </p:nvSpPr>
        <p:spPr>
          <a:xfrm>
            <a:off x="381000" y="3077710"/>
            <a:ext cx="4269017" cy="2109186"/>
          </a:xfrm>
        </p:spPr>
        <p:txBody>
          <a:bodyPr/>
          <a:lstStyle>
            <a:lvl1pPr algn="ctr">
              <a:defRPr sz="3200"/>
            </a:lvl1pPr>
          </a:lstStyle>
          <a:p>
            <a:r>
              <a:rPr lang="en-US" dirty="0"/>
              <a:t>Click to add title</a:t>
            </a:r>
          </a:p>
        </p:txBody>
      </p:sp>
      <p:grpSp>
        <p:nvGrpSpPr>
          <p:cNvPr id="32" name="Group 31">
            <a:extLst>
              <a:ext uri="{FF2B5EF4-FFF2-40B4-BE49-F238E27FC236}">
                <a16:creationId xmlns:a16="http://schemas.microsoft.com/office/drawing/2014/main" id="{723D7900-A764-0B16-7BED-F9EBD836AC98}"/>
              </a:ext>
              <a:ext uri="{C183D7F6-B498-43B3-948B-1728B52AA6E4}">
                <adec:decorative xmlns:adec="http://schemas.microsoft.com/office/drawing/2017/decorative" val="1"/>
              </a:ext>
            </a:extLst>
          </p:cNvPr>
          <p:cNvGrpSpPr/>
          <p:nvPr userDrawn="1"/>
        </p:nvGrpSpPr>
        <p:grpSpPr>
          <a:xfrm>
            <a:off x="4934496" y="731509"/>
            <a:ext cx="6876503" cy="4739070"/>
            <a:chOff x="1698171" y="691024"/>
            <a:chExt cx="6876503" cy="4739070"/>
          </a:xfrm>
        </p:grpSpPr>
        <p:grpSp>
          <p:nvGrpSpPr>
            <p:cNvPr id="33" name="Group 32">
              <a:extLst>
                <a:ext uri="{FF2B5EF4-FFF2-40B4-BE49-F238E27FC236}">
                  <a16:creationId xmlns:a16="http://schemas.microsoft.com/office/drawing/2014/main" id="{C0DAD512-E415-2CBA-7F91-C6B058A5ADBD}"/>
                </a:ext>
              </a:extLst>
            </p:cNvPr>
            <p:cNvGrpSpPr/>
            <p:nvPr userDrawn="1"/>
          </p:nvGrpSpPr>
          <p:grpSpPr>
            <a:xfrm>
              <a:off x="1698171" y="691024"/>
              <a:ext cx="6876503" cy="4739070"/>
              <a:chOff x="1466850" y="380320"/>
              <a:chExt cx="7238199" cy="4988342"/>
            </a:xfrm>
          </p:grpSpPr>
          <p:sp>
            <p:nvSpPr>
              <p:cNvPr id="38" name="Rectangle 37">
                <a:extLst>
                  <a:ext uri="{FF2B5EF4-FFF2-40B4-BE49-F238E27FC236}">
                    <a16:creationId xmlns:a16="http://schemas.microsoft.com/office/drawing/2014/main" id="{921D068B-EDAE-2B09-0C52-3807110CD594}"/>
                  </a:ext>
                </a:extLst>
              </p:cNvPr>
              <p:cNvSpPr/>
              <p:nvPr userDrawn="1"/>
            </p:nvSpPr>
            <p:spPr>
              <a:xfrm>
                <a:off x="1466850" y="875621"/>
                <a:ext cx="7238199" cy="4493041"/>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6825F6B8-7F31-9F6F-6F40-4446D62B0C09}"/>
                  </a:ext>
                </a:extLst>
              </p:cNvPr>
              <p:cNvSpPr/>
              <p:nvPr userDrawn="1"/>
            </p:nvSpPr>
            <p:spPr>
              <a:xfrm>
                <a:off x="1466850" y="380320"/>
                <a:ext cx="7238199"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4" name="Group 33">
              <a:extLst>
                <a:ext uri="{FF2B5EF4-FFF2-40B4-BE49-F238E27FC236}">
                  <a16:creationId xmlns:a16="http://schemas.microsoft.com/office/drawing/2014/main" id="{7110B156-7097-18AF-109C-9129C1D27D5C}"/>
                </a:ext>
              </a:extLst>
            </p:cNvPr>
            <p:cNvGrpSpPr/>
            <p:nvPr userDrawn="1"/>
          </p:nvGrpSpPr>
          <p:grpSpPr>
            <a:xfrm>
              <a:off x="1839686" y="815293"/>
              <a:ext cx="810985" cy="212272"/>
              <a:chOff x="1883229" y="800099"/>
              <a:chExt cx="810985" cy="212272"/>
            </a:xfrm>
          </p:grpSpPr>
          <p:sp>
            <p:nvSpPr>
              <p:cNvPr id="35" name="Oval 34">
                <a:extLst>
                  <a:ext uri="{FF2B5EF4-FFF2-40B4-BE49-F238E27FC236}">
                    <a16:creationId xmlns:a16="http://schemas.microsoft.com/office/drawing/2014/main" id="{868629EE-2788-3490-B87C-FE2A00069885}"/>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a:extLst>
                  <a:ext uri="{FF2B5EF4-FFF2-40B4-BE49-F238E27FC236}">
                    <a16:creationId xmlns:a16="http://schemas.microsoft.com/office/drawing/2014/main" id="{BD13927A-0814-22EA-70B1-CD822828F18E}"/>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7BEDD65C-96D1-E6E2-62CE-14973E1DB1B4}"/>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3" name="Content Placeholder 2">
            <a:extLst>
              <a:ext uri="{FF2B5EF4-FFF2-40B4-BE49-F238E27FC236}">
                <a16:creationId xmlns:a16="http://schemas.microsoft.com/office/drawing/2014/main" id="{4C3F06A0-63CE-4272-B90E-4F20296BFBEB}"/>
              </a:ext>
            </a:extLst>
          </p:cNvPr>
          <p:cNvSpPr>
            <a:spLocks noGrp="1"/>
          </p:cNvSpPr>
          <p:nvPr>
            <p:ph idx="1" hasCustomPrompt="1"/>
          </p:nvPr>
        </p:nvSpPr>
        <p:spPr>
          <a:xfrm>
            <a:off x="4934495" y="1202058"/>
            <a:ext cx="6876502" cy="426852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Graphic 5">
            <a:extLst>
              <a:ext uri="{FF2B5EF4-FFF2-40B4-BE49-F238E27FC236}">
                <a16:creationId xmlns:a16="http://schemas.microsoft.com/office/drawing/2014/main" id="{C6DD2ED3-A6F4-FD7E-59F8-1FAE8FBBAC17}"/>
              </a:ext>
              <a:ext uri="{C183D7F6-B498-43B3-948B-1728B52AA6E4}">
                <adec:decorative xmlns:adec="http://schemas.microsoft.com/office/drawing/2017/decorative" val="1"/>
              </a:ext>
            </a:extLst>
          </p:cNvPr>
          <p:cNvPicPr>
            <a:picLocks noChangeAspect="1"/>
          </p:cNvPicPr>
          <p:nvPr userDrawn="1"/>
        </p:nvPicPr>
        <p:blipFill rotWithShape="1">
          <a:blip cstate="hqprint">
            <a:extLst>
              <a:ext uri="{28A0092B-C50C-407E-A947-70E740481C1C}">
                <a14:useLocalDpi xmlns:a14="http://schemas.microsoft.com/office/drawing/2010/main"/>
              </a:ext>
              <a:ext uri="{96DAC541-7B7A-43D3-8B79-37D633B846F1}">
                <asvg:svgBlip xmlns:asvg="http://schemas.microsoft.com/office/drawing/2016/SVG/main" r:embed="rId2"/>
              </a:ext>
            </a:extLst>
          </a:blip>
          <a:srcRect r="15256"/>
          <a:stretch/>
        </p:blipFill>
        <p:spPr>
          <a:xfrm rot="16200000">
            <a:off x="1495710" y="-1028662"/>
            <a:ext cx="2029124" cy="4086444"/>
          </a:xfrm>
          <a:prstGeom prst="rect">
            <a:avLst/>
          </a:prstGeom>
        </p:spPr>
      </p:pic>
      <p:sp>
        <p:nvSpPr>
          <p:cNvPr id="40" name="Rectangle 39">
            <a:extLst>
              <a:ext uri="{FF2B5EF4-FFF2-40B4-BE49-F238E27FC236}">
                <a16:creationId xmlns:a16="http://schemas.microsoft.com/office/drawing/2014/main" id="{8D3D389B-1A71-78E3-E524-47DEFE36F4F5}"/>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1" name="Straight Connector 40">
            <a:extLst>
              <a:ext uri="{FF2B5EF4-FFF2-40B4-BE49-F238E27FC236}">
                <a16:creationId xmlns:a16="http://schemas.microsoft.com/office/drawing/2014/main" id="{63E7AF89-C0F4-4BB7-8B68-933CBF0B3839}"/>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Date Placeholder 3">
            <a:extLst>
              <a:ext uri="{FF2B5EF4-FFF2-40B4-BE49-F238E27FC236}">
                <a16:creationId xmlns:a16="http://schemas.microsoft.com/office/drawing/2014/main" id="{17933C8A-8E9F-F250-DAB7-5B1C82537C7F}"/>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4/13/2026</a:t>
            </a:fld>
            <a:endParaRPr lang="en-US" dirty="0"/>
          </a:p>
        </p:txBody>
      </p:sp>
      <p:pic>
        <p:nvPicPr>
          <p:cNvPr id="43" name="Graphic 42">
            <a:extLst>
              <a:ext uri="{FF2B5EF4-FFF2-40B4-BE49-F238E27FC236}">
                <a16:creationId xmlns:a16="http://schemas.microsoft.com/office/drawing/2014/main" id="{824FC607-995F-898A-B4E2-47161383123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542011" y="6405154"/>
            <a:ext cx="274320" cy="274320"/>
          </a:xfrm>
          <a:prstGeom prst="rect">
            <a:avLst/>
          </a:prstGeom>
        </p:spPr>
      </p:pic>
      <p:pic>
        <p:nvPicPr>
          <p:cNvPr id="44" name="Graphic 43">
            <a:extLst>
              <a:ext uri="{FF2B5EF4-FFF2-40B4-BE49-F238E27FC236}">
                <a16:creationId xmlns:a16="http://schemas.microsoft.com/office/drawing/2014/main" id="{2D6615CA-D60B-84EA-CBF6-70186E3CF675}"/>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9168948" y="6405154"/>
            <a:ext cx="274320" cy="274320"/>
          </a:xfrm>
          <a:prstGeom prst="rect">
            <a:avLst/>
          </a:prstGeom>
        </p:spPr>
      </p:pic>
      <p:pic>
        <p:nvPicPr>
          <p:cNvPr id="45" name="Graphic 44">
            <a:extLst>
              <a:ext uri="{FF2B5EF4-FFF2-40B4-BE49-F238E27FC236}">
                <a16:creationId xmlns:a16="http://schemas.microsoft.com/office/drawing/2014/main" id="{88C02DF0-EBE4-4C6F-CE9A-61B39F1F7A18}"/>
              </a:ext>
              <a:ext uri="{C183D7F6-B498-43B3-948B-1728B52AA6E4}">
                <adec:decorative xmlns:adec="http://schemas.microsoft.com/office/drawing/2017/decorative" val="1"/>
              </a:ext>
            </a:extLst>
          </p:cNvPr>
          <p:cNvPicPr>
            <a:picLocks noChangeAspect="1"/>
          </p:cNvPicPr>
          <p:nvPr userDrawn="1"/>
        </p:nvPicPr>
        <p:blipFill rotWithShape="1">
          <a:blip cstate="hqprint">
            <a:extLst>
              <a:ext uri="{28A0092B-C50C-407E-A947-70E740481C1C}">
                <a14:useLocalDpi xmlns:a14="http://schemas.microsoft.com/office/drawing/2010/main"/>
              </a:ext>
              <a:ext uri="{96DAC541-7B7A-43D3-8B79-37D633B846F1}">
                <asvg:svgBlip xmlns:asvg="http://schemas.microsoft.com/office/drawing/2016/SVG/main" r:embed="rId5"/>
              </a:ext>
            </a:extLst>
          </a:blip>
          <a:srcRect l="13558" t="13558" r="13558" b="13558"/>
          <a:stretch/>
        </p:blipFill>
        <p:spPr>
          <a:xfrm>
            <a:off x="8795884" y="6405154"/>
            <a:ext cx="274320" cy="274320"/>
          </a:xfrm>
          <a:prstGeom prst="rect">
            <a:avLst/>
          </a:prstGeom>
        </p:spPr>
      </p:pic>
      <p:sp>
        <p:nvSpPr>
          <p:cNvPr id="46" name="Slide Number Placeholder 5">
            <a:extLst>
              <a:ext uri="{FF2B5EF4-FFF2-40B4-BE49-F238E27FC236}">
                <a16:creationId xmlns:a16="http://schemas.microsoft.com/office/drawing/2014/main" id="{AFEE4071-4B5B-AFB4-B178-D09387257FA2}"/>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47" name="Rectangle 46">
            <a:extLst>
              <a:ext uri="{FF2B5EF4-FFF2-40B4-BE49-F238E27FC236}">
                <a16:creationId xmlns:a16="http://schemas.microsoft.com/office/drawing/2014/main" id="{F3023153-9A4E-D9D3-6DE0-2D3EA610BB11}"/>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29071520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DD1964D-F9CA-9278-BD33-03FD979E6627}"/>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AB9857CF-1C39-27BB-9B6B-6A0C1DD02B04}"/>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Date Placeholder 3">
            <a:extLst>
              <a:ext uri="{FF2B5EF4-FFF2-40B4-BE49-F238E27FC236}">
                <a16:creationId xmlns:a16="http://schemas.microsoft.com/office/drawing/2014/main" id="{F8B31A7E-FD72-B42E-26A8-319F776C10E0}"/>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4/13/2026</a:t>
            </a:fld>
            <a:endParaRPr lang="en-US" dirty="0"/>
          </a:p>
        </p:txBody>
      </p:sp>
      <p:pic>
        <p:nvPicPr>
          <p:cNvPr id="8" name="Graphic 7">
            <a:extLst>
              <a:ext uri="{FF2B5EF4-FFF2-40B4-BE49-F238E27FC236}">
                <a16:creationId xmlns:a16="http://schemas.microsoft.com/office/drawing/2014/main" id="{92487FC0-E254-7086-CC55-D7BFCEACEF0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9542011" y="6405154"/>
            <a:ext cx="274320" cy="274320"/>
          </a:xfrm>
          <a:prstGeom prst="rect">
            <a:avLst/>
          </a:prstGeom>
        </p:spPr>
      </p:pic>
      <p:pic>
        <p:nvPicPr>
          <p:cNvPr id="9" name="Graphic 8">
            <a:extLst>
              <a:ext uri="{FF2B5EF4-FFF2-40B4-BE49-F238E27FC236}">
                <a16:creationId xmlns:a16="http://schemas.microsoft.com/office/drawing/2014/main" id="{2F41C3E4-FF61-A611-F912-98F34421366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168948" y="6405154"/>
            <a:ext cx="274320" cy="274320"/>
          </a:xfrm>
          <a:prstGeom prst="rect">
            <a:avLst/>
          </a:prstGeom>
        </p:spPr>
      </p:pic>
      <p:pic>
        <p:nvPicPr>
          <p:cNvPr id="10" name="Graphic 9">
            <a:extLst>
              <a:ext uri="{FF2B5EF4-FFF2-40B4-BE49-F238E27FC236}">
                <a16:creationId xmlns:a16="http://schemas.microsoft.com/office/drawing/2014/main" id="{0B15F18C-70F5-E214-E8DA-4CFAE27FE301}"/>
              </a:ext>
              <a:ext uri="{C183D7F6-B498-43B3-948B-1728B52AA6E4}">
                <adec:decorative xmlns:adec="http://schemas.microsoft.com/office/drawing/2017/decorative" val="1"/>
              </a:ext>
            </a:extLst>
          </p:cNvPr>
          <p:cNvPicPr>
            <a:picLocks noChangeAspect="1"/>
          </p:cNvPicPr>
          <p:nvPr userDrawn="1"/>
        </p:nvPicPr>
        <p:blipFill rotWithShape="1">
          <a:blip cstate="hqprint">
            <a:extLst>
              <a:ext uri="{28A0092B-C50C-407E-A947-70E740481C1C}">
                <a14:useLocalDpi xmlns:a14="http://schemas.microsoft.com/office/drawing/2010/main"/>
              </a:ext>
              <a:ext uri="{96DAC541-7B7A-43D3-8B79-37D633B846F1}">
                <asvg:svgBlip xmlns:asvg="http://schemas.microsoft.com/office/drawing/2016/SVG/main" r:embed="rId4"/>
              </a:ext>
            </a:extLst>
          </a:blip>
          <a:srcRect l="13558" t="13558" r="13558" b="13558"/>
          <a:stretch/>
        </p:blipFill>
        <p:spPr>
          <a:xfrm>
            <a:off x="8795884" y="6405154"/>
            <a:ext cx="274320" cy="274320"/>
          </a:xfrm>
          <a:prstGeom prst="rect">
            <a:avLst/>
          </a:prstGeom>
        </p:spPr>
      </p:pic>
      <p:sp>
        <p:nvSpPr>
          <p:cNvPr id="11" name="Slide Number Placeholder 5">
            <a:extLst>
              <a:ext uri="{FF2B5EF4-FFF2-40B4-BE49-F238E27FC236}">
                <a16:creationId xmlns:a16="http://schemas.microsoft.com/office/drawing/2014/main" id="{7A727095-DB42-91AA-4BB8-1CE63D89BCA2}"/>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17" name="Rectangle 16">
            <a:extLst>
              <a:ext uri="{FF2B5EF4-FFF2-40B4-BE49-F238E27FC236}">
                <a16:creationId xmlns:a16="http://schemas.microsoft.com/office/drawing/2014/main" id="{6E89DC3C-8238-2625-2CBD-974CA4F819FE}"/>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2875107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cstate="hq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4D8EA3-B846-4160-95E9-486302147031}" type="datetime1">
              <a:rPr lang="en-US" smtClean="0"/>
              <a:t>4/13/2026</a:t>
            </a:fld>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4A09A9-5501-47C1-A89A-A340965A2BE2}" type="slidenum">
              <a:rPr lang="en-US" smtClean="0"/>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71" r:id="rId1"/>
    <p:sldLayoutId id="2147483680" r:id="rId2"/>
    <p:sldLayoutId id="2147483672" r:id="rId3"/>
    <p:sldLayoutId id="2147483673" r:id="rId4"/>
    <p:sldLayoutId id="2147483674" r:id="rId5"/>
    <p:sldLayoutId id="2147483649" r:id="rId6"/>
    <p:sldLayoutId id="2147483675" r:id="rId7"/>
    <p:sldLayoutId id="2147483676" r:id="rId8"/>
    <p:sldLayoutId id="2147483664" r:id="rId9"/>
    <p:sldLayoutId id="2147483677" r:id="rId10"/>
    <p:sldLayoutId id="2147483678" r:id="rId11"/>
    <p:sldLayoutId id="2147483681" r:id="rId12"/>
    <p:sldLayoutId id="2147483679" r:id="rId13"/>
    <p:sldLayoutId id="2147483662" r:id="rId14"/>
    <p:sldLayoutId id="2147483655" r:id="rId15"/>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title"/>
          </p:nvPr>
        </p:nvSpPr>
        <p:spPr>
          <a:xfrm>
            <a:off x="964746" y="327023"/>
            <a:ext cx="5931354" cy="5561465"/>
          </a:xfrm>
        </p:spPr>
        <p:txBody>
          <a:bodyPr vert="horz" lIns="91440" tIns="45720" rIns="91440" bIns="45720" rtlCol="0" anchor="ctr">
            <a:normAutofit/>
          </a:bodyPr>
          <a:lstStyle/>
          <a:p>
            <a:r>
              <a:rPr lang="en-US" kern="1200" dirty="0">
                <a:latin typeface="+mj-lt"/>
                <a:ea typeface="+mj-ea"/>
                <a:cs typeface="+mj-cs"/>
              </a:rPr>
              <a:t>VIDEO GAMES ANALYSIS: GLOBAL SALES &amp; TRENDS</a:t>
            </a:r>
          </a:p>
        </p:txBody>
      </p:sp>
      <p:sp>
        <p:nvSpPr>
          <p:cNvPr id="3" name="Title 1">
            <a:extLst>
              <a:ext uri="{FF2B5EF4-FFF2-40B4-BE49-F238E27FC236}">
                <a16:creationId xmlns:a16="http://schemas.microsoft.com/office/drawing/2014/main" id="{FD49A007-F081-C68B-9E25-F0FE475FC119}"/>
              </a:ext>
            </a:extLst>
          </p:cNvPr>
          <p:cNvSpPr txBox="1">
            <a:spLocks/>
          </p:cNvSpPr>
          <p:nvPr/>
        </p:nvSpPr>
        <p:spPr>
          <a:xfrm>
            <a:off x="7717199" y="1788339"/>
            <a:ext cx="3103201" cy="3092539"/>
          </a:xfrm>
          <a:prstGeom prst="rect">
            <a:avLst/>
          </a:prstGeom>
        </p:spPr>
        <p:txBody>
          <a:bodyPr vert="horz" lIns="91440" tIns="0" rIns="91440" bIns="0" rtlCol="0" anchor="ctr">
            <a:normAutofit/>
          </a:bodyPr>
          <a:lstStyle>
            <a:lvl1pPr algn="ctr" defTabSz="914400" rtl="0" eaLnBrk="1" latinLnBrk="0" hangingPunct="1">
              <a:lnSpc>
                <a:spcPct val="90000"/>
              </a:lnSpc>
              <a:spcBef>
                <a:spcPct val="0"/>
              </a:spcBef>
              <a:buNone/>
              <a:defRPr sz="7200" kern="1200">
                <a:solidFill>
                  <a:schemeClr val="tx1"/>
                </a:solidFill>
                <a:latin typeface="+mj-lt"/>
                <a:ea typeface="+mj-ea"/>
                <a:cs typeface="+mj-cs"/>
              </a:defRPr>
            </a:lvl1pPr>
          </a:lstStyle>
          <a:p>
            <a:pPr marL="342900" indent="-342900" algn="l">
              <a:lnSpc>
                <a:spcPct val="150000"/>
              </a:lnSpc>
              <a:spcBef>
                <a:spcPts val="1000"/>
              </a:spcBef>
              <a:buFont typeface="Arial" panose="020B0604020202020204" pitchFamily="34" charset="0"/>
              <a:buChar char="•"/>
            </a:pPr>
            <a:endParaRPr lang="en-US" sz="1800" kern="1200" dirty="0">
              <a:latin typeface="+mn-lt"/>
              <a:ea typeface="+mn-ea"/>
              <a:cs typeface="+mn-cs"/>
            </a:endParaRPr>
          </a:p>
        </p:txBody>
      </p:sp>
      <p:sp>
        <p:nvSpPr>
          <p:cNvPr id="10" name="Date Placeholder 3">
            <a:extLst>
              <a:ext uri="{FF2B5EF4-FFF2-40B4-BE49-F238E27FC236}">
                <a16:creationId xmlns:a16="http://schemas.microsoft.com/office/drawing/2014/main" id="{C97BB118-E296-EB3A-CE18-125024BAB3A9}"/>
              </a:ext>
            </a:extLst>
          </p:cNvPr>
          <p:cNvSpPr>
            <a:spLocks noGrp="1"/>
          </p:cNvSpPr>
          <p:nvPr>
            <p:ph type="dt" sz="half" idx="2"/>
          </p:nvPr>
        </p:nvSpPr>
        <p:spPr>
          <a:xfrm>
            <a:off x="10011833" y="6226628"/>
            <a:ext cx="1560304" cy="631372"/>
          </a:xfrm>
        </p:spPr>
        <p:txBody>
          <a:bodyPr/>
          <a:lstStyle/>
          <a:p>
            <a:pPr>
              <a:spcAft>
                <a:spcPts val="600"/>
              </a:spcAft>
            </a:pPr>
            <a:fld id="{72B8B865-6043-45BC-B48D-1676CB43D17A}" type="datetime1">
              <a:rPr lang="en-US" smtClean="0"/>
              <a:pPr>
                <a:spcAft>
                  <a:spcPts val="600"/>
                </a:spcAft>
              </a:pPr>
              <a:t>4/13/2026</a:t>
            </a:fld>
            <a:endParaRPr lang="en-US"/>
          </a:p>
        </p:txBody>
      </p:sp>
      <p:sp>
        <p:nvSpPr>
          <p:cNvPr id="12" name="Slide Number Placeholder 4">
            <a:extLst>
              <a:ext uri="{FF2B5EF4-FFF2-40B4-BE49-F238E27FC236}">
                <a16:creationId xmlns:a16="http://schemas.microsoft.com/office/drawing/2014/main" id="{3B553B22-8593-71F0-C0F6-91B43570E6A3}"/>
              </a:ext>
            </a:extLst>
          </p:cNvPr>
          <p:cNvSpPr>
            <a:spLocks noGrp="1"/>
          </p:cNvSpPr>
          <p:nvPr>
            <p:ph type="sldNum" sz="quarter" idx="4"/>
          </p:nvPr>
        </p:nvSpPr>
        <p:spPr>
          <a:xfrm>
            <a:off x="11572137" y="6226628"/>
            <a:ext cx="630748" cy="631372"/>
          </a:xfrm>
        </p:spPr>
        <p:txBody>
          <a:bodyPr/>
          <a:lstStyle/>
          <a:p>
            <a:pPr>
              <a:spcAft>
                <a:spcPts val="600"/>
              </a:spcAft>
            </a:pPr>
            <a:fld id="{294A09A9-5501-47C1-A89A-A340965A2BE2}" type="slidenum">
              <a:rPr lang="en-US" smtClean="0"/>
              <a:pPr>
                <a:spcAft>
                  <a:spcPts val="600"/>
                </a:spcAft>
              </a:pPr>
              <a:t>1</a:t>
            </a:fld>
            <a:endParaRPr lang="en-US"/>
          </a:p>
        </p:txBody>
      </p:sp>
      <p:sp>
        <p:nvSpPr>
          <p:cNvPr id="6" name="Title 1">
            <a:extLst>
              <a:ext uri="{FF2B5EF4-FFF2-40B4-BE49-F238E27FC236}">
                <a16:creationId xmlns:a16="http://schemas.microsoft.com/office/drawing/2014/main" id="{45FEE0D5-E29B-49A0-7945-B0977FB3A80B}"/>
              </a:ext>
            </a:extLst>
          </p:cNvPr>
          <p:cNvSpPr txBox="1">
            <a:spLocks/>
          </p:cNvSpPr>
          <p:nvPr/>
        </p:nvSpPr>
        <p:spPr>
          <a:xfrm>
            <a:off x="7646721" y="1788339"/>
            <a:ext cx="3103201" cy="551793"/>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lang="en-US" sz="6000" kern="1200" dirty="0">
                <a:solidFill>
                  <a:schemeClr val="tx1"/>
                </a:solidFill>
                <a:latin typeface="+mj-lt"/>
                <a:ea typeface="+mj-ea"/>
                <a:cs typeface="+mj-cs"/>
              </a:defRPr>
            </a:lvl1pPr>
          </a:lstStyle>
          <a:p>
            <a:r>
              <a:rPr lang="pt-PT" sz="3200" dirty="0"/>
              <a:t>Agenda</a:t>
            </a:r>
          </a:p>
        </p:txBody>
      </p:sp>
      <p:sp>
        <p:nvSpPr>
          <p:cNvPr id="7" name="Content Placeholder 2">
            <a:extLst>
              <a:ext uri="{FF2B5EF4-FFF2-40B4-BE49-F238E27FC236}">
                <a16:creationId xmlns:a16="http://schemas.microsoft.com/office/drawing/2014/main" id="{EA537110-6090-5786-EBFD-00424B38C637}"/>
              </a:ext>
            </a:extLst>
          </p:cNvPr>
          <p:cNvSpPr>
            <a:spLocks noGrp="1"/>
          </p:cNvSpPr>
          <p:nvPr>
            <p:ph idx="1"/>
          </p:nvPr>
        </p:nvSpPr>
        <p:spPr>
          <a:xfrm>
            <a:off x="7717200" y="2696983"/>
            <a:ext cx="3103200" cy="2183895"/>
          </a:xfrm>
        </p:spPr>
        <p:txBody>
          <a:bodyPr vert="horz" lIns="91440" tIns="45720" rIns="91440" bIns="45720" rtlCol="0" anchor="t">
            <a:normAutofit/>
          </a:bodyPr>
          <a:lstStyle/>
          <a:p>
            <a:r>
              <a:rPr lang="en-US" sz="1600" dirty="0"/>
              <a:t>Introduction/Observations</a:t>
            </a:r>
          </a:p>
          <a:p>
            <a:r>
              <a:rPr lang="en-US" sz="1600" dirty="0"/>
              <a:t>Probing Questions</a:t>
            </a:r>
          </a:p>
          <a:p>
            <a:r>
              <a:rPr lang="en-US" sz="1600" dirty="0"/>
              <a:t>Visuals</a:t>
            </a:r>
          </a:p>
          <a:p>
            <a:r>
              <a:rPr lang="en-US" sz="1600" dirty="0"/>
              <a:t>Insights</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68553-56F5-C0FF-9A78-9ED72306E3B3}"/>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AA091969-4946-80B3-B4FC-5EC315C40A8C}"/>
              </a:ext>
            </a:extLst>
          </p:cNvPr>
          <p:cNvSpPr>
            <a:spLocks noGrp="1"/>
          </p:cNvSpPr>
          <p:nvPr>
            <p:ph type="title"/>
          </p:nvPr>
        </p:nvSpPr>
        <p:spPr>
          <a:xfrm>
            <a:off x="381000" y="3077710"/>
            <a:ext cx="4269017" cy="2109186"/>
          </a:xfrm>
        </p:spPr>
        <p:txBody>
          <a:bodyPr anchor="ctr">
            <a:normAutofit/>
          </a:bodyPr>
          <a:lstStyle/>
          <a:p>
            <a:r>
              <a:rPr lang="en-US" sz="2500"/>
              <a:t>Introduction/Observation</a:t>
            </a:r>
            <a:endParaRPr lang="en-NG" sz="2500"/>
          </a:p>
        </p:txBody>
      </p:sp>
      <p:sp>
        <p:nvSpPr>
          <p:cNvPr id="22" name="Content Placeholder 21">
            <a:extLst>
              <a:ext uri="{FF2B5EF4-FFF2-40B4-BE49-F238E27FC236}">
                <a16:creationId xmlns:a16="http://schemas.microsoft.com/office/drawing/2014/main" id="{2113CD58-9F87-06F7-C304-654E405F3BBD}"/>
              </a:ext>
            </a:extLst>
          </p:cNvPr>
          <p:cNvSpPr>
            <a:spLocks noGrp="1"/>
          </p:cNvSpPr>
          <p:nvPr>
            <p:ph idx="1"/>
          </p:nvPr>
        </p:nvSpPr>
        <p:spPr>
          <a:xfrm>
            <a:off x="4934495" y="1202058"/>
            <a:ext cx="6876502" cy="4268520"/>
          </a:xfrm>
        </p:spPr>
        <p:txBody>
          <a:bodyPr>
            <a:normAutofit/>
          </a:bodyPr>
          <a:lstStyle/>
          <a:p>
            <a:r>
              <a:rPr lang="en-US" sz="2000"/>
              <a:t>This report contains data gotten from the analysis of the Video Games Sales Dataset.</a:t>
            </a:r>
          </a:p>
          <a:p>
            <a:r>
              <a:rPr lang="en-US" sz="2000"/>
              <a:t>My initial observation of the data was that it had a library of over 64,000 rows and 11 columns which included the Game title, console, genre, publisher, developer, critic score, total sales, North American Sales, Japanese sales, European sales, other sales, each game’s release and updated dates.</a:t>
            </a:r>
          </a:p>
          <a:p>
            <a:r>
              <a:rPr lang="en-US" sz="2000"/>
              <a:t>I noticed some of the games didn’t have complete data, however, I worked with the data available.</a:t>
            </a:r>
          </a:p>
          <a:p>
            <a:r>
              <a:rPr lang="en-US" sz="2000"/>
              <a:t>I also noticed that some video games were more dominant than the others when looking through the revenue and the critic scores.</a:t>
            </a:r>
            <a:endParaRPr lang="en-NG" sz="2000"/>
          </a:p>
        </p:txBody>
      </p:sp>
      <p:sp>
        <p:nvSpPr>
          <p:cNvPr id="3" name="Date Placeholder 2">
            <a:extLst>
              <a:ext uri="{FF2B5EF4-FFF2-40B4-BE49-F238E27FC236}">
                <a16:creationId xmlns:a16="http://schemas.microsoft.com/office/drawing/2014/main" id="{A300EE46-F57E-BAF2-011A-71BAC7245179}"/>
              </a:ext>
            </a:extLst>
          </p:cNvPr>
          <p:cNvSpPr>
            <a:spLocks noGrp="1"/>
          </p:cNvSpPr>
          <p:nvPr>
            <p:ph type="dt" sz="half" idx="2"/>
          </p:nvPr>
        </p:nvSpPr>
        <p:spPr>
          <a:xfrm>
            <a:off x="10011833" y="6226628"/>
            <a:ext cx="1560304" cy="631372"/>
          </a:xfrm>
        </p:spPr>
        <p:txBody>
          <a:bodyPr anchor="ctr">
            <a:normAutofit/>
          </a:bodyPr>
          <a:lstStyle/>
          <a:p>
            <a:pPr>
              <a:spcAft>
                <a:spcPts val="600"/>
              </a:spcAft>
            </a:pPr>
            <a:fld id="{72B8B865-6043-45BC-B48D-1676CB43D17A}" type="datetime1">
              <a:rPr lang="en-US" smtClean="0"/>
              <a:pPr>
                <a:spcAft>
                  <a:spcPts val="600"/>
                </a:spcAft>
              </a:pPr>
              <a:t>4/13/2026</a:t>
            </a:fld>
            <a:endParaRPr lang="en-US"/>
          </a:p>
        </p:txBody>
      </p:sp>
      <p:sp>
        <p:nvSpPr>
          <p:cNvPr id="4" name="Slide Number Placeholder 3">
            <a:extLst>
              <a:ext uri="{FF2B5EF4-FFF2-40B4-BE49-F238E27FC236}">
                <a16:creationId xmlns:a16="http://schemas.microsoft.com/office/drawing/2014/main" id="{2C2BE199-5107-8B06-F593-6C56B0D8CBB3}"/>
              </a:ext>
            </a:extLst>
          </p:cNvPr>
          <p:cNvSpPr>
            <a:spLocks noGrp="1"/>
          </p:cNvSpPr>
          <p:nvPr>
            <p:ph type="sldNum" sz="quarter" idx="4"/>
          </p:nvPr>
        </p:nvSpPr>
        <p:spPr>
          <a:xfrm>
            <a:off x="11572137" y="6226628"/>
            <a:ext cx="630748" cy="631372"/>
          </a:xfrm>
        </p:spPr>
        <p:txBody>
          <a:bodyPr anchor="ctr">
            <a:normAutofit/>
          </a:bodyPr>
          <a:lstStyle/>
          <a:p>
            <a:pPr>
              <a:spcAft>
                <a:spcPts val="600"/>
              </a:spcAft>
            </a:pPr>
            <a:fld id="{294A09A9-5501-47C1-A89A-A340965A2BE2}" type="slidenum">
              <a:rPr lang="en-US" smtClean="0"/>
              <a:pPr>
                <a:spcAft>
                  <a:spcPts val="600"/>
                </a:spcAft>
              </a:pPr>
              <a:t>2</a:t>
            </a:fld>
            <a:endParaRPr lang="en-US"/>
          </a:p>
        </p:txBody>
      </p:sp>
    </p:spTree>
    <p:extLst>
      <p:ext uri="{BB962C8B-B14F-4D97-AF65-F5344CB8AC3E}">
        <p14:creationId xmlns:p14="http://schemas.microsoft.com/office/powerpoint/2010/main" val="2819577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3F67-9C70-4748-8C0C-3A7863422F99}"/>
              </a:ext>
            </a:extLst>
          </p:cNvPr>
          <p:cNvSpPr>
            <a:spLocks noGrp="1"/>
          </p:cNvSpPr>
          <p:nvPr>
            <p:ph type="title"/>
          </p:nvPr>
        </p:nvSpPr>
        <p:spPr>
          <a:xfrm>
            <a:off x="381000" y="3077710"/>
            <a:ext cx="4269017" cy="2109186"/>
          </a:xfrm>
        </p:spPr>
        <p:txBody>
          <a:bodyPr anchor="ctr">
            <a:normAutofit/>
          </a:bodyPr>
          <a:lstStyle/>
          <a:p>
            <a:r>
              <a:rPr lang="en-US" dirty="0"/>
              <a:t>Probing Questions</a:t>
            </a:r>
          </a:p>
        </p:txBody>
      </p:sp>
      <p:sp>
        <p:nvSpPr>
          <p:cNvPr id="3" name="Content Placeholder 2">
            <a:extLst>
              <a:ext uri="{FF2B5EF4-FFF2-40B4-BE49-F238E27FC236}">
                <a16:creationId xmlns:a16="http://schemas.microsoft.com/office/drawing/2014/main" id="{95B371F2-DBA5-415A-82C8-651F587B857A}"/>
              </a:ext>
            </a:extLst>
          </p:cNvPr>
          <p:cNvSpPr>
            <a:spLocks noGrp="1"/>
          </p:cNvSpPr>
          <p:nvPr>
            <p:ph idx="1"/>
          </p:nvPr>
        </p:nvSpPr>
        <p:spPr>
          <a:xfrm>
            <a:off x="4934495" y="1202058"/>
            <a:ext cx="6876502" cy="4268520"/>
          </a:xfrm>
        </p:spPr>
        <p:txBody>
          <a:bodyPr vert="horz" lIns="91440" tIns="45720" rIns="91440" bIns="45720" rtlCol="0">
            <a:normAutofit/>
          </a:bodyPr>
          <a:lstStyle/>
          <a:p>
            <a:pPr marL="0" indent="0">
              <a:buNone/>
            </a:pPr>
            <a:r>
              <a:rPr lang="en-US" sz="2200" dirty="0"/>
              <a:t>My findings led me to 3 major probing questions which are the main pillars of this report and they are:</a:t>
            </a:r>
          </a:p>
          <a:p>
            <a:r>
              <a:rPr lang="en-US" sz="2200" dirty="0"/>
              <a:t>Which genre and publishers lead the market in the total global sales? This is to confirm the market dominance.</a:t>
            </a:r>
          </a:p>
          <a:p>
            <a:r>
              <a:rPr lang="en-US" sz="2200" dirty="0"/>
              <a:t>What are the sales patterns in the different regions? This is to know the regional preferences</a:t>
            </a:r>
          </a:p>
          <a:p>
            <a:r>
              <a:rPr lang="en-US" sz="2200" dirty="0"/>
              <a:t>What is the relation of the average critic score to each genre? This would tell us the genres which are mostly </a:t>
            </a:r>
            <a:r>
              <a:rPr lang="en-US" sz="2200" dirty="0" err="1"/>
              <a:t>criticised</a:t>
            </a:r>
            <a:r>
              <a:rPr lang="en-US" sz="2200" dirty="0"/>
              <a:t>.</a:t>
            </a:r>
          </a:p>
        </p:txBody>
      </p:sp>
      <p:sp>
        <p:nvSpPr>
          <p:cNvPr id="4" name="Date Placeholder 3">
            <a:extLst>
              <a:ext uri="{FF2B5EF4-FFF2-40B4-BE49-F238E27FC236}">
                <a16:creationId xmlns:a16="http://schemas.microsoft.com/office/drawing/2014/main" id="{A004579C-DA6D-B905-B710-1E6243E8C700}"/>
              </a:ext>
            </a:extLst>
          </p:cNvPr>
          <p:cNvSpPr>
            <a:spLocks noGrp="1"/>
          </p:cNvSpPr>
          <p:nvPr>
            <p:ph type="dt" sz="half" idx="2"/>
          </p:nvPr>
        </p:nvSpPr>
        <p:spPr>
          <a:xfrm>
            <a:off x="10011833" y="6226628"/>
            <a:ext cx="1560304" cy="631372"/>
          </a:xfrm>
        </p:spPr>
        <p:txBody>
          <a:bodyPr anchor="ctr">
            <a:normAutofit/>
          </a:bodyPr>
          <a:lstStyle/>
          <a:p>
            <a:pPr>
              <a:spcAft>
                <a:spcPts val="600"/>
              </a:spcAft>
            </a:pPr>
            <a:fld id="{EA52206C-522E-4279-9E0D-1C28CCBD7571}" type="datetime1">
              <a:rPr lang="en-US" smtClean="0"/>
              <a:pPr>
                <a:spcAft>
                  <a:spcPts val="600"/>
                </a:spcAft>
              </a:pPr>
              <a:t>4/13/2026</a:t>
            </a:fld>
            <a:endParaRPr lang="en-US"/>
          </a:p>
        </p:txBody>
      </p:sp>
      <p:sp>
        <p:nvSpPr>
          <p:cNvPr id="5" name="Slide Number Placeholder 4">
            <a:extLst>
              <a:ext uri="{FF2B5EF4-FFF2-40B4-BE49-F238E27FC236}">
                <a16:creationId xmlns:a16="http://schemas.microsoft.com/office/drawing/2014/main" id="{E1420634-75FC-1021-C59D-6A615E04CCB7}"/>
              </a:ext>
            </a:extLst>
          </p:cNvPr>
          <p:cNvSpPr>
            <a:spLocks noGrp="1"/>
          </p:cNvSpPr>
          <p:nvPr>
            <p:ph type="sldNum" sz="quarter" idx="4"/>
          </p:nvPr>
        </p:nvSpPr>
        <p:spPr>
          <a:xfrm>
            <a:off x="11572137" y="6226628"/>
            <a:ext cx="630748" cy="631372"/>
          </a:xfrm>
        </p:spPr>
        <p:txBody>
          <a:bodyPr anchor="ctr">
            <a:normAutofit/>
          </a:bodyPr>
          <a:lstStyle/>
          <a:p>
            <a:pPr>
              <a:spcAft>
                <a:spcPts val="600"/>
              </a:spcAft>
            </a:pPr>
            <a:fld id="{294A09A9-5501-47C1-A89A-A340965A2BE2}" type="slidenum">
              <a:rPr lang="en-US" smtClean="0"/>
              <a:pPr>
                <a:spcAft>
                  <a:spcPts val="600"/>
                </a:spcAft>
              </a:pPr>
              <a:t>3</a:t>
            </a:fld>
            <a:endParaRPr lang="en-US"/>
          </a:p>
        </p:txBody>
      </p:sp>
    </p:spTree>
    <p:extLst>
      <p:ext uri="{BB962C8B-B14F-4D97-AF65-F5344CB8AC3E}">
        <p14:creationId xmlns:p14="http://schemas.microsoft.com/office/powerpoint/2010/main" val="1639799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56B7E-1633-44AB-8584-82DF5B726834}"/>
              </a:ext>
            </a:extLst>
          </p:cNvPr>
          <p:cNvSpPr>
            <a:spLocks noGrp="1"/>
          </p:cNvSpPr>
          <p:nvPr>
            <p:ph type="title"/>
          </p:nvPr>
        </p:nvSpPr>
        <p:spPr>
          <a:xfrm>
            <a:off x="641350" y="527305"/>
            <a:ext cx="10907016" cy="631372"/>
          </a:xfrm>
        </p:spPr>
        <p:txBody>
          <a:bodyPr/>
          <a:lstStyle/>
          <a:p>
            <a:r>
              <a:rPr lang="en-US" dirty="0"/>
              <a:t>Visuals</a:t>
            </a:r>
          </a:p>
        </p:txBody>
      </p:sp>
      <p:sp>
        <p:nvSpPr>
          <p:cNvPr id="7" name="Date Placeholder 6">
            <a:extLst>
              <a:ext uri="{FF2B5EF4-FFF2-40B4-BE49-F238E27FC236}">
                <a16:creationId xmlns:a16="http://schemas.microsoft.com/office/drawing/2014/main" id="{B2F9C110-6207-0F51-F464-AFBEF993F422}"/>
              </a:ext>
            </a:extLst>
          </p:cNvPr>
          <p:cNvSpPr>
            <a:spLocks noGrp="1"/>
          </p:cNvSpPr>
          <p:nvPr>
            <p:ph type="dt" sz="half" idx="2"/>
          </p:nvPr>
        </p:nvSpPr>
        <p:spPr>
          <a:xfrm>
            <a:off x="10011833" y="6226628"/>
            <a:ext cx="1560304" cy="631372"/>
          </a:xfrm>
        </p:spPr>
        <p:txBody>
          <a:bodyPr/>
          <a:lstStyle/>
          <a:p>
            <a:fld id="{8224D3FE-FC64-4F60-BC7C-E273976648BC}" type="datetime1">
              <a:rPr lang="en-US" smtClean="0"/>
              <a:pPr/>
              <a:t>4/13/2026</a:t>
            </a:fld>
            <a:endParaRPr lang="en-US" dirty="0"/>
          </a:p>
        </p:txBody>
      </p:sp>
      <p:sp>
        <p:nvSpPr>
          <p:cNvPr id="8" name="Slide Number Placeholder 7">
            <a:extLst>
              <a:ext uri="{FF2B5EF4-FFF2-40B4-BE49-F238E27FC236}">
                <a16:creationId xmlns:a16="http://schemas.microsoft.com/office/drawing/2014/main" id="{1D3542AA-82FB-8DD5-2A66-7F47BFF88078}"/>
              </a:ext>
            </a:extLst>
          </p:cNvPr>
          <p:cNvSpPr>
            <a:spLocks noGrp="1"/>
          </p:cNvSpPr>
          <p:nvPr>
            <p:ph type="sldNum" sz="quarter" idx="4"/>
          </p:nvPr>
        </p:nvSpPr>
        <p:spPr>
          <a:xfrm>
            <a:off x="11572137" y="6226628"/>
            <a:ext cx="630748" cy="631372"/>
          </a:xfrm>
        </p:spPr>
        <p:txBody>
          <a:bodyPr/>
          <a:lstStyle/>
          <a:p>
            <a:fld id="{294A09A9-5501-47C1-A89A-A340965A2BE2}" type="slidenum">
              <a:rPr lang="en-US" smtClean="0"/>
              <a:pPr/>
              <a:t>4</a:t>
            </a:fld>
            <a:endParaRPr lang="en-US" dirty="0"/>
          </a:p>
        </p:txBody>
      </p:sp>
      <p:pic>
        <p:nvPicPr>
          <p:cNvPr id="18" name="Content Placeholder 17">
            <a:extLst>
              <a:ext uri="{FF2B5EF4-FFF2-40B4-BE49-F238E27FC236}">
                <a16:creationId xmlns:a16="http://schemas.microsoft.com/office/drawing/2014/main" id="{CD8F2D78-DD43-4912-3DBF-1BDA521C9535}"/>
              </a:ext>
            </a:extLst>
          </p:cNvPr>
          <p:cNvPicPr>
            <a:picLocks noGrp="1" noChangeAspect="1"/>
          </p:cNvPicPr>
          <p:nvPr>
            <p:ph sz="half" idx="15"/>
          </p:nvPr>
        </p:nvPicPr>
        <p:blipFill>
          <a:blip r:embed="rId3">
            <a:extLst>
              <a:ext uri="{28A0092B-C50C-407E-A947-70E740481C1C}">
                <a14:useLocalDpi xmlns:a14="http://schemas.microsoft.com/office/drawing/2010/main" val="0"/>
              </a:ext>
            </a:extLst>
          </a:blip>
          <a:stretch>
            <a:fillRect/>
          </a:stretch>
        </p:blipFill>
        <p:spPr>
          <a:xfrm>
            <a:off x="6262323" y="2035930"/>
            <a:ext cx="5217820" cy="3298070"/>
          </a:xfrm>
          <a:prstGeom prst="rect">
            <a:avLst/>
          </a:prstGeom>
        </p:spPr>
      </p:pic>
      <p:pic>
        <p:nvPicPr>
          <p:cNvPr id="16" name="Content Placeholder 15">
            <a:extLst>
              <a:ext uri="{FF2B5EF4-FFF2-40B4-BE49-F238E27FC236}">
                <a16:creationId xmlns:a16="http://schemas.microsoft.com/office/drawing/2014/main" id="{239867C3-4615-250C-E290-E8634AF71985}"/>
              </a:ext>
            </a:extLst>
          </p:cNvPr>
          <p:cNvPicPr>
            <a:picLocks noGrp="1" noChangeAspect="1"/>
          </p:cNvPicPr>
          <p:nvPr>
            <p:ph sz="half" idx="14"/>
          </p:nvPr>
        </p:nvPicPr>
        <p:blipFill>
          <a:blip r:embed="rId4">
            <a:extLst>
              <a:ext uri="{28A0092B-C50C-407E-A947-70E740481C1C}">
                <a14:useLocalDpi xmlns:a14="http://schemas.microsoft.com/office/drawing/2010/main" val="0"/>
              </a:ext>
            </a:extLst>
          </a:blip>
          <a:stretch>
            <a:fillRect/>
          </a:stretch>
        </p:blipFill>
        <p:spPr>
          <a:xfrm>
            <a:off x="641350" y="2035930"/>
            <a:ext cx="5288329" cy="3298070"/>
          </a:xfrm>
          <a:prstGeom prst="rect">
            <a:avLst/>
          </a:prstGeom>
        </p:spPr>
      </p:pic>
      <p:sp>
        <p:nvSpPr>
          <p:cNvPr id="19" name="TextBox 18">
            <a:extLst>
              <a:ext uri="{FF2B5EF4-FFF2-40B4-BE49-F238E27FC236}">
                <a16:creationId xmlns:a16="http://schemas.microsoft.com/office/drawing/2014/main" id="{5B8DE32D-E6C3-2679-122E-8D1B5E10151F}"/>
              </a:ext>
            </a:extLst>
          </p:cNvPr>
          <p:cNvSpPr txBox="1"/>
          <p:nvPr/>
        </p:nvSpPr>
        <p:spPr>
          <a:xfrm>
            <a:off x="641349" y="1216986"/>
            <a:ext cx="10838793" cy="646331"/>
          </a:xfrm>
          <a:prstGeom prst="rect">
            <a:avLst/>
          </a:prstGeom>
          <a:noFill/>
        </p:spPr>
        <p:txBody>
          <a:bodyPr wrap="square" rtlCol="0">
            <a:spAutoFit/>
          </a:bodyPr>
          <a:lstStyle/>
          <a:p>
            <a:r>
              <a:rPr lang="en-US" dirty="0"/>
              <a:t>These charts shows us the dominant publishers and genres by sales. Here we have only selected the top 10 in each category </a:t>
            </a:r>
            <a:endParaRPr lang="en-NG" dirty="0"/>
          </a:p>
        </p:txBody>
      </p:sp>
    </p:spTree>
    <p:extLst>
      <p:ext uri="{BB962C8B-B14F-4D97-AF65-F5344CB8AC3E}">
        <p14:creationId xmlns:p14="http://schemas.microsoft.com/office/powerpoint/2010/main" val="2563119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DADFB-2604-7E58-24D7-27437949B0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922962-FB03-F2AD-CDFB-0A3BB97DEBB7}"/>
              </a:ext>
            </a:extLst>
          </p:cNvPr>
          <p:cNvSpPr>
            <a:spLocks noGrp="1"/>
          </p:cNvSpPr>
          <p:nvPr>
            <p:ph type="title"/>
          </p:nvPr>
        </p:nvSpPr>
        <p:spPr>
          <a:xfrm>
            <a:off x="641350" y="416943"/>
            <a:ext cx="10907016" cy="631372"/>
          </a:xfrm>
        </p:spPr>
        <p:txBody>
          <a:bodyPr/>
          <a:lstStyle/>
          <a:p>
            <a:r>
              <a:rPr lang="en-US" dirty="0"/>
              <a:t>Visuals</a:t>
            </a:r>
          </a:p>
        </p:txBody>
      </p:sp>
      <p:sp>
        <p:nvSpPr>
          <p:cNvPr id="7" name="Date Placeholder 6">
            <a:extLst>
              <a:ext uri="{FF2B5EF4-FFF2-40B4-BE49-F238E27FC236}">
                <a16:creationId xmlns:a16="http://schemas.microsoft.com/office/drawing/2014/main" id="{03B243E3-17D2-9AF7-DD3E-E9D144B9DF7E}"/>
              </a:ext>
            </a:extLst>
          </p:cNvPr>
          <p:cNvSpPr>
            <a:spLocks noGrp="1"/>
          </p:cNvSpPr>
          <p:nvPr>
            <p:ph type="dt" sz="half" idx="2"/>
          </p:nvPr>
        </p:nvSpPr>
        <p:spPr>
          <a:xfrm>
            <a:off x="10011833" y="6226628"/>
            <a:ext cx="1560304" cy="631372"/>
          </a:xfrm>
        </p:spPr>
        <p:txBody>
          <a:bodyPr/>
          <a:lstStyle/>
          <a:p>
            <a:fld id="{8224D3FE-FC64-4F60-BC7C-E273976648BC}" type="datetime1">
              <a:rPr lang="en-US" smtClean="0"/>
              <a:pPr/>
              <a:t>4/13/2026</a:t>
            </a:fld>
            <a:endParaRPr lang="en-US" dirty="0"/>
          </a:p>
        </p:txBody>
      </p:sp>
      <p:sp>
        <p:nvSpPr>
          <p:cNvPr id="8" name="Slide Number Placeholder 7">
            <a:extLst>
              <a:ext uri="{FF2B5EF4-FFF2-40B4-BE49-F238E27FC236}">
                <a16:creationId xmlns:a16="http://schemas.microsoft.com/office/drawing/2014/main" id="{CBE1D87B-63A5-D9E4-007D-5F2ABCE2B390}"/>
              </a:ext>
            </a:extLst>
          </p:cNvPr>
          <p:cNvSpPr>
            <a:spLocks noGrp="1"/>
          </p:cNvSpPr>
          <p:nvPr>
            <p:ph type="sldNum" sz="quarter" idx="4"/>
          </p:nvPr>
        </p:nvSpPr>
        <p:spPr>
          <a:xfrm>
            <a:off x="11572137" y="6226628"/>
            <a:ext cx="630748" cy="631372"/>
          </a:xfrm>
        </p:spPr>
        <p:txBody>
          <a:bodyPr/>
          <a:lstStyle/>
          <a:p>
            <a:fld id="{294A09A9-5501-47C1-A89A-A340965A2BE2}" type="slidenum">
              <a:rPr lang="en-US" smtClean="0"/>
              <a:pPr/>
              <a:t>5</a:t>
            </a:fld>
            <a:endParaRPr lang="en-US" dirty="0"/>
          </a:p>
        </p:txBody>
      </p:sp>
      <p:sp>
        <p:nvSpPr>
          <p:cNvPr id="19" name="TextBox 18">
            <a:extLst>
              <a:ext uri="{FF2B5EF4-FFF2-40B4-BE49-F238E27FC236}">
                <a16:creationId xmlns:a16="http://schemas.microsoft.com/office/drawing/2014/main" id="{BB09F8BB-DA4D-4E62-A15E-4101682F09BF}"/>
              </a:ext>
            </a:extLst>
          </p:cNvPr>
          <p:cNvSpPr txBox="1"/>
          <p:nvPr/>
        </p:nvSpPr>
        <p:spPr>
          <a:xfrm>
            <a:off x="641349" y="1153922"/>
            <a:ext cx="10838793" cy="646331"/>
          </a:xfrm>
          <a:prstGeom prst="rect">
            <a:avLst/>
          </a:prstGeom>
          <a:noFill/>
        </p:spPr>
        <p:txBody>
          <a:bodyPr wrap="square" rtlCol="0">
            <a:spAutoFit/>
          </a:bodyPr>
          <a:lstStyle/>
          <a:p>
            <a:r>
              <a:rPr lang="en-US" dirty="0"/>
              <a:t>These charts us the regional preference of video games and which genres have been loved or hated by the critics</a:t>
            </a:r>
            <a:endParaRPr lang="en-NG" dirty="0"/>
          </a:p>
        </p:txBody>
      </p:sp>
      <p:pic>
        <p:nvPicPr>
          <p:cNvPr id="10" name="Content Placeholder 9">
            <a:extLst>
              <a:ext uri="{FF2B5EF4-FFF2-40B4-BE49-F238E27FC236}">
                <a16:creationId xmlns:a16="http://schemas.microsoft.com/office/drawing/2014/main" id="{3C6C5253-7657-35ED-0CC1-3FBC912D508D}"/>
              </a:ext>
            </a:extLst>
          </p:cNvPr>
          <p:cNvPicPr>
            <a:picLocks noGrp="1" noChangeAspect="1"/>
          </p:cNvPicPr>
          <p:nvPr>
            <p:ph sz="half" idx="14"/>
          </p:nvPr>
        </p:nvPicPr>
        <p:blipFill>
          <a:blip r:embed="rId3">
            <a:extLst>
              <a:ext uri="{28A0092B-C50C-407E-A947-70E740481C1C}">
                <a14:useLocalDpi xmlns:a14="http://schemas.microsoft.com/office/drawing/2010/main" val="0"/>
              </a:ext>
            </a:extLst>
          </a:blip>
          <a:stretch>
            <a:fillRect/>
          </a:stretch>
        </p:blipFill>
        <p:spPr>
          <a:xfrm>
            <a:off x="772508" y="2065283"/>
            <a:ext cx="5038005" cy="3386341"/>
          </a:xfrm>
          <a:prstGeom prst="rect">
            <a:avLst/>
          </a:prstGeom>
        </p:spPr>
      </p:pic>
      <p:pic>
        <p:nvPicPr>
          <p:cNvPr id="12" name="Content Placeholder 11">
            <a:extLst>
              <a:ext uri="{FF2B5EF4-FFF2-40B4-BE49-F238E27FC236}">
                <a16:creationId xmlns:a16="http://schemas.microsoft.com/office/drawing/2014/main" id="{336E1DEB-D868-DA7C-D502-18E8C5E43880}"/>
              </a:ext>
            </a:extLst>
          </p:cNvPr>
          <p:cNvPicPr>
            <a:picLocks noGrp="1" noChangeAspect="1"/>
          </p:cNvPicPr>
          <p:nvPr>
            <p:ph sz="half" idx="15"/>
          </p:nvPr>
        </p:nvPicPr>
        <p:blipFill>
          <a:blip r:embed="rId4">
            <a:extLst>
              <a:ext uri="{28A0092B-C50C-407E-A947-70E740481C1C}">
                <a14:useLocalDpi xmlns:a14="http://schemas.microsoft.com/office/drawing/2010/main" val="0"/>
              </a:ext>
            </a:extLst>
          </a:blip>
          <a:stretch>
            <a:fillRect/>
          </a:stretch>
        </p:blipFill>
        <p:spPr>
          <a:xfrm>
            <a:off x="6318424" y="2065283"/>
            <a:ext cx="5179543" cy="3382351"/>
          </a:xfrm>
          <a:prstGeom prst="rect">
            <a:avLst/>
          </a:prstGeom>
        </p:spPr>
      </p:pic>
    </p:spTree>
    <p:extLst>
      <p:ext uri="{BB962C8B-B14F-4D97-AF65-F5344CB8AC3E}">
        <p14:creationId xmlns:p14="http://schemas.microsoft.com/office/powerpoint/2010/main" val="3453744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B4BDCF47-88B8-DFB2-C67D-FDCB51BAA0B5}"/>
              </a:ext>
            </a:extLst>
          </p:cNvPr>
          <p:cNvSpPr>
            <a:spLocks noGrp="1"/>
          </p:cNvSpPr>
          <p:nvPr>
            <p:ph type="title"/>
          </p:nvPr>
        </p:nvSpPr>
        <p:spPr>
          <a:xfrm>
            <a:off x="381000" y="3077710"/>
            <a:ext cx="4269017" cy="2109186"/>
          </a:xfrm>
        </p:spPr>
        <p:txBody>
          <a:bodyPr/>
          <a:lstStyle/>
          <a:p>
            <a:r>
              <a:rPr lang="en-US" dirty="0"/>
              <a:t>Insights</a:t>
            </a:r>
          </a:p>
        </p:txBody>
      </p:sp>
      <p:sp>
        <p:nvSpPr>
          <p:cNvPr id="17" name="Content Placeholder 2">
            <a:extLst>
              <a:ext uri="{FF2B5EF4-FFF2-40B4-BE49-F238E27FC236}">
                <a16:creationId xmlns:a16="http://schemas.microsoft.com/office/drawing/2014/main" id="{CE92B0F4-8C01-4B6E-61D2-4EEE3628CEDF}"/>
              </a:ext>
            </a:extLst>
          </p:cNvPr>
          <p:cNvSpPr>
            <a:spLocks noGrp="1"/>
          </p:cNvSpPr>
          <p:nvPr>
            <p:ph idx="1"/>
          </p:nvPr>
        </p:nvSpPr>
        <p:spPr>
          <a:xfrm>
            <a:off x="4934495" y="1202058"/>
            <a:ext cx="6876502" cy="4268520"/>
          </a:xfrm>
        </p:spPr>
        <p:txBody>
          <a:bodyPr>
            <a:normAutofit lnSpcReduction="10000"/>
          </a:bodyPr>
          <a:lstStyle/>
          <a:p>
            <a:r>
              <a:rPr lang="en-US" sz="2400" dirty="0"/>
              <a:t>The data reveals that the Sport, Action and Shooter genres are the primary drivers of global revenue.</a:t>
            </a:r>
          </a:p>
          <a:p>
            <a:r>
              <a:rPr lang="en-US" sz="2400" dirty="0"/>
              <a:t>The North American Region gathers the most sales for all video game types. </a:t>
            </a:r>
          </a:p>
          <a:p>
            <a:r>
              <a:rPr lang="en-US" sz="2400" dirty="0"/>
              <a:t>The best publishers are Activision as they dominated in the global sales of their games in total sales.</a:t>
            </a:r>
          </a:p>
          <a:p>
            <a:r>
              <a:rPr lang="en-US" sz="2400" dirty="0"/>
              <a:t>The critic score doesn’t necessarily matter as people will still pay for the game they prefer not the ones that score the highest based on the critics.</a:t>
            </a:r>
          </a:p>
        </p:txBody>
      </p:sp>
      <p:sp>
        <p:nvSpPr>
          <p:cNvPr id="5" name="Date Placeholder 4">
            <a:extLst>
              <a:ext uri="{FF2B5EF4-FFF2-40B4-BE49-F238E27FC236}">
                <a16:creationId xmlns:a16="http://schemas.microsoft.com/office/drawing/2014/main" id="{39D4E388-6701-F164-53F0-5D197CE9CF51}"/>
              </a:ext>
            </a:extLst>
          </p:cNvPr>
          <p:cNvSpPr>
            <a:spLocks noGrp="1"/>
          </p:cNvSpPr>
          <p:nvPr>
            <p:ph type="dt" sz="half" idx="2"/>
          </p:nvPr>
        </p:nvSpPr>
        <p:spPr>
          <a:xfrm>
            <a:off x="10011833" y="6226628"/>
            <a:ext cx="1560304" cy="631372"/>
          </a:xfrm>
        </p:spPr>
        <p:txBody>
          <a:bodyPr anchor="ctr">
            <a:normAutofit/>
          </a:bodyPr>
          <a:lstStyle/>
          <a:p>
            <a:pPr>
              <a:spcAft>
                <a:spcPts val="600"/>
              </a:spcAft>
            </a:pPr>
            <a:fld id="{72B8B865-6043-45BC-B48D-1676CB43D17A}" type="datetime1">
              <a:rPr lang="en-US" smtClean="0"/>
              <a:pPr>
                <a:spcAft>
                  <a:spcPts val="600"/>
                </a:spcAft>
              </a:pPr>
              <a:t>4/13/2026</a:t>
            </a:fld>
            <a:endParaRPr lang="en-US"/>
          </a:p>
        </p:txBody>
      </p:sp>
      <p:sp>
        <p:nvSpPr>
          <p:cNvPr id="6" name="Slide Number Placeholder 5">
            <a:extLst>
              <a:ext uri="{FF2B5EF4-FFF2-40B4-BE49-F238E27FC236}">
                <a16:creationId xmlns:a16="http://schemas.microsoft.com/office/drawing/2014/main" id="{B7E0C452-1F59-265B-89CA-B9F37E803873}"/>
              </a:ext>
            </a:extLst>
          </p:cNvPr>
          <p:cNvSpPr>
            <a:spLocks noGrp="1"/>
          </p:cNvSpPr>
          <p:nvPr>
            <p:ph type="sldNum" sz="quarter" idx="4"/>
          </p:nvPr>
        </p:nvSpPr>
        <p:spPr>
          <a:xfrm>
            <a:off x="11572137" y="6226628"/>
            <a:ext cx="630748" cy="631372"/>
          </a:xfrm>
        </p:spPr>
        <p:txBody>
          <a:bodyPr anchor="ctr">
            <a:normAutofit/>
          </a:bodyPr>
          <a:lstStyle/>
          <a:p>
            <a:pPr>
              <a:spcAft>
                <a:spcPts val="600"/>
              </a:spcAft>
            </a:pPr>
            <a:fld id="{294A09A9-5501-47C1-A89A-A340965A2BE2}" type="slidenum">
              <a:rPr lang="en-US" smtClean="0"/>
              <a:pPr>
                <a:spcAft>
                  <a:spcPts val="600"/>
                </a:spcAft>
              </a:pPr>
              <a:t>6</a:t>
            </a:fld>
            <a:endParaRPr lang="en-US"/>
          </a:p>
        </p:txBody>
      </p:sp>
    </p:spTree>
    <p:extLst>
      <p:ext uri="{BB962C8B-B14F-4D97-AF65-F5344CB8AC3E}">
        <p14:creationId xmlns:p14="http://schemas.microsoft.com/office/powerpoint/2010/main" val="2590731716"/>
      </p:ext>
    </p:extLst>
  </p:cSld>
  <p:clrMapOvr>
    <a:masterClrMapping/>
  </p:clrMapOvr>
</p:sld>
</file>

<file path=ppt/theme/theme1.xml><?xml version="1.0" encoding="utf-8"?>
<a:theme xmlns:a="http://schemas.openxmlformats.org/drawingml/2006/main" name="Custom">
  <a:themeElements>
    <a:clrScheme name="Custom 89">
      <a:dk1>
        <a:sysClr val="windowText" lastClr="000000"/>
      </a:dk1>
      <a:lt1>
        <a:sysClr val="window" lastClr="FFFFFF"/>
      </a:lt1>
      <a:dk2>
        <a:srgbClr val="212745"/>
      </a:dk2>
      <a:lt2>
        <a:srgbClr val="B4DCFA"/>
      </a:lt2>
      <a:accent1>
        <a:srgbClr val="8698DA"/>
      </a:accent1>
      <a:accent2>
        <a:srgbClr val="9EE0F8"/>
      </a:accent2>
      <a:accent3>
        <a:srgbClr val="C1F088"/>
      </a:accent3>
      <a:accent4>
        <a:srgbClr val="A4E4D2"/>
      </a:accent4>
      <a:accent5>
        <a:srgbClr val="FFBF8F"/>
      </a:accent5>
      <a:accent6>
        <a:srgbClr val="FABBB0"/>
      </a:accent6>
      <a:hlink>
        <a:srgbClr val="56C7AA"/>
      </a:hlink>
      <a:folHlink>
        <a:srgbClr val="59A8D1"/>
      </a:folHlink>
    </a:clrScheme>
    <a:fontScheme name="Custom 74">
      <a:majorFont>
        <a:latin typeface="Jumble"/>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596226_Win32_SL_V6" id="{D9DA734B-CC3F-4DBB-B6FE-0BB140309365}" vid="{69AD8D68-423B-4DFD-8A07-EF38EEF8EBC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89">
    <a:dk1>
      <a:sysClr val="windowText" lastClr="000000"/>
    </a:dk1>
    <a:lt1>
      <a:sysClr val="window" lastClr="FFFFFF"/>
    </a:lt1>
    <a:dk2>
      <a:srgbClr val="212745"/>
    </a:dk2>
    <a:lt2>
      <a:srgbClr val="B4DCFA"/>
    </a:lt2>
    <a:accent1>
      <a:srgbClr val="8698DA"/>
    </a:accent1>
    <a:accent2>
      <a:srgbClr val="9EE0F8"/>
    </a:accent2>
    <a:accent3>
      <a:srgbClr val="C1F088"/>
    </a:accent3>
    <a:accent4>
      <a:srgbClr val="A4E4D2"/>
    </a:accent4>
    <a:accent5>
      <a:srgbClr val="FFBF8F"/>
    </a:accent5>
    <a:accent6>
      <a:srgbClr val="FABBB0"/>
    </a:accent6>
    <a:hlink>
      <a:srgbClr val="56C7AA"/>
    </a:hlink>
    <a:folHlink>
      <a:srgbClr val="59A8D1"/>
    </a:folHlink>
  </a:clrScheme>
</a:themeOverride>
</file>

<file path=ppt/theme/themeOverride2.xml><?xml version="1.0" encoding="utf-8"?>
<a:themeOverride xmlns:a="http://schemas.openxmlformats.org/drawingml/2006/main">
  <a:clrScheme name="Custom 89">
    <a:dk1>
      <a:sysClr val="windowText" lastClr="000000"/>
    </a:dk1>
    <a:lt1>
      <a:sysClr val="window" lastClr="FFFFFF"/>
    </a:lt1>
    <a:dk2>
      <a:srgbClr val="212745"/>
    </a:dk2>
    <a:lt2>
      <a:srgbClr val="B4DCFA"/>
    </a:lt2>
    <a:accent1>
      <a:srgbClr val="8698DA"/>
    </a:accent1>
    <a:accent2>
      <a:srgbClr val="9EE0F8"/>
    </a:accent2>
    <a:accent3>
      <a:srgbClr val="C1F088"/>
    </a:accent3>
    <a:accent4>
      <a:srgbClr val="A4E4D2"/>
    </a:accent4>
    <a:accent5>
      <a:srgbClr val="FFBF8F"/>
    </a:accent5>
    <a:accent6>
      <a:srgbClr val="FABBB0"/>
    </a:accent6>
    <a:hlink>
      <a:srgbClr val="56C7AA"/>
    </a:hlink>
    <a:folHlink>
      <a:srgbClr val="59A8D1"/>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5BF1A99-35F0-4B73-B737-B4DCDCD8CA5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F55A16D6-EDBE-419D-AF8F-74F00E41AFB5}">
  <ds:schemaRefs>
    <ds:schemaRef ds:uri="http://schemas.microsoft.com/sharepoint/v3/contenttype/forms"/>
  </ds:schemaRefs>
</ds:datastoreItem>
</file>

<file path=customXml/itemProps3.xml><?xml version="1.0" encoding="utf-8"?>
<ds:datastoreItem xmlns:ds="http://schemas.openxmlformats.org/officeDocument/2006/customXml" ds:itemID="{07093E94-C176-4FB3-93BB-02AEE1FEC2E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Fluorescent presentation</Template>
  <TotalTime>159</TotalTime>
  <Words>365</Words>
  <Application>Microsoft Office PowerPoint</Application>
  <PresentationFormat>Widescreen</PresentationFormat>
  <Paragraphs>43</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vt:lpstr>
      <vt:lpstr>Arial</vt:lpstr>
      <vt:lpstr>Calibri</vt:lpstr>
      <vt:lpstr>Century Gothic</vt:lpstr>
      <vt:lpstr>Jumble</vt:lpstr>
      <vt:lpstr>Custom</vt:lpstr>
      <vt:lpstr>VIDEO GAMES ANALYSIS: GLOBAL SALES &amp; TRENDS</vt:lpstr>
      <vt:lpstr>Introduction/Observation</vt:lpstr>
      <vt:lpstr>Probing Questions</vt:lpstr>
      <vt:lpstr>Visuals</vt:lpstr>
      <vt:lpstr>Visuals</vt:lpstr>
      <vt:lpstr>Insights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Rukky Ujara</dc:creator>
  <cp:lastModifiedBy>Rukky Ujara</cp:lastModifiedBy>
  <cp:revision>1</cp:revision>
  <dcterms:created xsi:type="dcterms:W3CDTF">2026-04-13T20:02:58Z</dcterms:created>
  <dcterms:modified xsi:type="dcterms:W3CDTF">2026-04-13T22:42:45Z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